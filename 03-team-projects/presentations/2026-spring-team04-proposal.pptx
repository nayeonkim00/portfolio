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6" r:id="rId4"/>
    <p:sldId id="281" r:id="rId5"/>
    <p:sldId id="293" r:id="rId6"/>
    <p:sldId id="290" r:id="rId7"/>
    <p:sldId id="292" r:id="rId8"/>
    <p:sldId id="287" r:id="rId9"/>
    <p:sldId id="300" r:id="rId10"/>
    <p:sldId id="297" r:id="rId11"/>
    <p:sldId id="301" r:id="rId12"/>
    <p:sldId id="299" r:id="rId13"/>
    <p:sldId id="295" r:id="rId14"/>
  </p:sldIdLst>
  <p:sldSz cx="12192000" cy="6858000"/>
  <p:notesSz cx="6858000" cy="9144000"/>
  <p:embeddedFontLst>
    <p:embeddedFont>
      <p:font typeface="Malgun Gothic" panose="020B0503020000020004" pitchFamily="50" charset="-127"/>
      <p:regular r:id="rId16"/>
      <p:bold r:id="rId17"/>
    </p:embeddedFont>
    <p:embeddedFont>
      <p:font typeface="Cambria Math" panose="02040503050406030204" pitchFamily="18" charset="0"/>
      <p:regular r:id="rId18"/>
    </p:embeddedFont>
    <p:embeddedFont>
      <p:font typeface="Noto Sans KR" panose="020B0200000000000000" pitchFamily="50" charset="-127"/>
      <p:regular r:id="rId19"/>
      <p:bold r:id="rId20"/>
    </p:embeddedFont>
    <p:embeddedFont>
      <p:font typeface="Pretendard" panose="02000503000000020004" pitchFamily="2" charset="-127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orient="horz" pos="3861" userDrawn="1">
          <p15:clr>
            <a:srgbClr val="A4A3A4"/>
          </p15:clr>
        </p15:guide>
        <p15:guide id="4" orient="horz" pos="527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orient="horz" pos="187" userDrawn="1">
          <p15:clr>
            <a:srgbClr val="A4A3A4"/>
          </p15:clr>
        </p15:guide>
        <p15:guide id="7" pos="74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OQAcFNgmq1n3Rlg76HFY5Y4gMJ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나연 김" initials="나김" lastIdx="1" clrIdx="0">
    <p:extLst>
      <p:ext uri="{19B8F6BF-5375-455C-9EA6-DF929625EA0E}">
        <p15:presenceInfo xmlns:p15="http://schemas.microsoft.com/office/powerpoint/2012/main" userId="00810a2d179b210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696E"/>
    <a:srgbClr val="982A2F"/>
    <a:srgbClr val="E8E8E8"/>
    <a:srgbClr val="00441B"/>
    <a:srgbClr val="08306B"/>
    <a:srgbClr val="EBB5B8"/>
    <a:srgbClr val="E4999D"/>
    <a:srgbClr val="F2F2F2"/>
    <a:srgbClr val="B56569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D5FCD-85B7-479B-B080-ECBBD5FE688F}" v="16" dt="2026-05-21T11:38:09.107"/>
  </p1510:revLst>
</p1510:revInfo>
</file>

<file path=ppt/tableStyles.xml><?xml version="1.0" encoding="utf-8"?>
<a:tblStyleLst xmlns:a="http://schemas.openxmlformats.org/drawingml/2006/main" def="{858D140D-615F-41ED-8C3F-11D4F702E26B}">
  <a:tblStyle styleId="{858D140D-615F-41ED-8C3F-11D4F702E26B}" styleName="Table_0">
    <a:wholeTbl>
      <a:tcTxStyle b="off" i="off">
        <a:font>
          <a:latin typeface="Pretendard"/>
          <a:ea typeface="Pretendard"/>
          <a:cs typeface="Pretendar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7E7"/>
          </a:solidFill>
        </a:fill>
      </a:tcStyle>
    </a:wholeTbl>
    <a:band1H>
      <a:tcTxStyle/>
      <a:tcStyle>
        <a:tcBdr/>
        <a:fill>
          <a:solidFill>
            <a:srgbClr val="DDCB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CB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Pretendard"/>
          <a:ea typeface="Pretendard"/>
          <a:cs typeface="Pretendard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Pretendard"/>
          <a:ea typeface="Pretendard"/>
          <a:cs typeface="Pretendard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Pretendard"/>
          <a:ea typeface="Pretendard"/>
          <a:cs typeface="Pretendar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38" y="43"/>
      </p:cViewPr>
      <p:guideLst>
        <p:guide orient="horz" pos="2160"/>
        <p:guide orient="horz" pos="3861"/>
        <p:guide orient="horz" pos="527"/>
        <p:guide pos="211"/>
        <p:guide orient="horz" pos="187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인 서" userId="08698f948367e560" providerId="LiveId" clId="{0C6B9D90-F4F0-4439-9013-CF51A39D0ED7}"/>
    <pc:docChg chg="undo custSel addSld delSld modSld">
      <pc:chgData name="정인 서" userId="08698f948367e560" providerId="LiveId" clId="{0C6B9D90-F4F0-4439-9013-CF51A39D0ED7}" dt="2026-05-21T13:41:18.646" v="289" actId="1036"/>
      <pc:docMkLst>
        <pc:docMk/>
      </pc:docMkLst>
      <pc:sldChg chg="delSp modSp mod">
        <pc:chgData name="정인 서" userId="08698f948367e560" providerId="LiveId" clId="{0C6B9D90-F4F0-4439-9013-CF51A39D0ED7}" dt="2026-05-21T11:30:45.108" v="251" actId="478"/>
        <pc:sldMkLst>
          <pc:docMk/>
          <pc:sldMk cId="3678773598" sldId="290"/>
        </pc:sldMkLst>
        <pc:spChg chg="del mod">
          <ac:chgData name="정인 서" userId="08698f948367e560" providerId="LiveId" clId="{0C6B9D90-F4F0-4439-9013-CF51A39D0ED7}" dt="2026-05-21T11:30:45.108" v="251" actId="478"/>
          <ac:spMkLst>
            <pc:docMk/>
            <pc:sldMk cId="3678773598" sldId="290"/>
            <ac:spMk id="208" creationId="{4CD7A7CA-802D-9D47-61AE-F31A08F42886}"/>
          </ac:spMkLst>
        </pc:spChg>
        <pc:graphicFrameChg chg="mod modGraphic">
          <ac:chgData name="정인 서" userId="08698f948367e560" providerId="LiveId" clId="{0C6B9D90-F4F0-4439-9013-CF51A39D0ED7}" dt="2026-05-21T11:29:16.393" v="249" actId="12385"/>
          <ac:graphicFrameMkLst>
            <pc:docMk/>
            <pc:sldMk cId="3678773598" sldId="290"/>
            <ac:graphicFrameMk id="206" creationId="{362624EC-0D1A-1F94-43B9-77014D7B35B6}"/>
          </ac:graphicFrameMkLst>
        </pc:graphicFrameChg>
      </pc:sldChg>
      <pc:sldChg chg="modSp mod">
        <pc:chgData name="정인 서" userId="08698f948367e560" providerId="LiveId" clId="{0C6B9D90-F4F0-4439-9013-CF51A39D0ED7}" dt="2026-05-21T10:56:06.340" v="3" actId="14100"/>
        <pc:sldMkLst>
          <pc:docMk/>
          <pc:sldMk cId="2984748456" sldId="297"/>
        </pc:sldMkLst>
        <pc:graphicFrameChg chg="mod">
          <ac:chgData name="정인 서" userId="08698f948367e560" providerId="LiveId" clId="{0C6B9D90-F4F0-4439-9013-CF51A39D0ED7}" dt="2026-05-21T10:56:06.340" v="3" actId="14100"/>
          <ac:graphicFrameMkLst>
            <pc:docMk/>
            <pc:sldMk cId="2984748456" sldId="297"/>
            <ac:graphicFrameMk id="31" creationId="{49CD3C6D-6255-1B59-A180-33D862BEFF5C}"/>
          </ac:graphicFrameMkLst>
        </pc:graphicFrameChg>
      </pc:sldChg>
      <pc:sldChg chg="addSp delSp modSp add mod">
        <pc:chgData name="정인 서" userId="08698f948367e560" providerId="LiveId" clId="{0C6B9D90-F4F0-4439-9013-CF51A39D0ED7}" dt="2026-05-21T13:41:18.646" v="289" actId="1036"/>
        <pc:sldMkLst>
          <pc:docMk/>
          <pc:sldMk cId="1250120544" sldId="301"/>
        </pc:sldMkLst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2" creationId="{ECD5B062-961A-5541-43A5-ECDD354BD55C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3" creationId="{AFBE1452-8853-271A-88D2-CEFD31D1F609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7" creationId="{DFFDF9D4-567B-CDE1-F9EE-3BA5FAED2E0D}"/>
          </ac:spMkLst>
        </pc:spChg>
        <pc:spChg chg="del">
          <ac:chgData name="정인 서" userId="08698f948367e560" providerId="LiveId" clId="{0C6B9D90-F4F0-4439-9013-CF51A39D0ED7}" dt="2026-05-21T11:11:22.724" v="10" actId="478"/>
          <ac:spMkLst>
            <pc:docMk/>
            <pc:sldMk cId="1250120544" sldId="301"/>
            <ac:spMk id="8" creationId="{C98343C4-500B-9789-5342-9D1F038D723E}"/>
          </ac:spMkLst>
        </pc:spChg>
        <pc:spChg chg="mod">
          <ac:chgData name="정인 서" userId="08698f948367e560" providerId="LiveId" clId="{0C6B9D90-F4F0-4439-9013-CF51A39D0ED7}" dt="2026-05-21T11:14:11.039" v="209" actId="20577"/>
          <ac:spMkLst>
            <pc:docMk/>
            <pc:sldMk cId="1250120544" sldId="301"/>
            <ac:spMk id="9" creationId="{401EA11F-D425-62B2-303F-A04D845B48B7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10" creationId="{077272FB-E1FC-9A3C-9E62-62E6FD6F7239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11" creationId="{81A0F835-EF02-F628-7B32-5D3E74DE9864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12" creationId="{CEBC521A-36F9-F7B6-BE2D-C061832676EB}"/>
          </ac:spMkLst>
        </pc:spChg>
        <pc:spChg chg="add del">
          <ac:chgData name="정인 서" userId="08698f948367e560" providerId="LiveId" clId="{0C6B9D90-F4F0-4439-9013-CF51A39D0ED7}" dt="2026-05-21T11:25:24.464" v="237" actId="22"/>
          <ac:spMkLst>
            <pc:docMk/>
            <pc:sldMk cId="1250120544" sldId="301"/>
            <ac:spMk id="14" creationId="{EDAD069C-A1DD-57D6-4EE8-391CE68F5C0A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15" creationId="{BEE213F6-149B-7162-FB55-242F6D4D0385}"/>
          </ac:spMkLst>
        </pc:spChg>
        <pc:spChg chg="mod">
          <ac:chgData name="정인 서" userId="08698f948367e560" providerId="LiveId" clId="{0C6B9D90-F4F0-4439-9013-CF51A39D0ED7}" dt="2026-05-21T11:18:22.651" v="235" actId="20577"/>
          <ac:spMkLst>
            <pc:docMk/>
            <pc:sldMk cId="1250120544" sldId="301"/>
            <ac:spMk id="26" creationId="{6F74E045-77FB-24A0-00E8-61303954F990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37" creationId="{03525FDA-3C32-FE94-DD21-005AD179D2F7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38" creationId="{5FBC946C-0401-486E-F344-58E6C29B149F}"/>
          </ac:spMkLst>
        </pc:spChg>
        <pc:spChg chg="del">
          <ac:chgData name="정인 서" userId="08698f948367e560" providerId="LiveId" clId="{0C6B9D90-F4F0-4439-9013-CF51A39D0ED7}" dt="2026-05-21T11:11:18.645" v="7" actId="478"/>
          <ac:spMkLst>
            <pc:docMk/>
            <pc:sldMk cId="1250120544" sldId="301"/>
            <ac:spMk id="253" creationId="{9C0A2129-9FA4-A7E0-14BA-E9B9FB3A2E33}"/>
          </ac:spMkLst>
        </pc:spChg>
        <pc:spChg chg="mod">
          <ac:chgData name="정인 서" userId="08698f948367e560" providerId="LiveId" clId="{0C6B9D90-F4F0-4439-9013-CF51A39D0ED7}" dt="2026-05-21T11:13:51.313" v="137" actId="20577"/>
          <ac:spMkLst>
            <pc:docMk/>
            <pc:sldMk cId="1250120544" sldId="301"/>
            <ac:spMk id="255" creationId="{E98AF8AA-B156-7E54-9294-1BDAE2E55F15}"/>
          </ac:spMkLst>
        </pc:spChg>
        <pc:graphicFrameChg chg="del">
          <ac:chgData name="정인 서" userId="08698f948367e560" providerId="LiveId" clId="{0C6B9D90-F4F0-4439-9013-CF51A39D0ED7}" dt="2026-05-21T11:11:20.973" v="9" actId="478"/>
          <ac:graphicFrameMkLst>
            <pc:docMk/>
            <pc:sldMk cId="1250120544" sldId="301"/>
            <ac:graphicFrameMk id="4" creationId="{3E1B60B2-9A9D-5EC4-E03D-1B904261BA89}"/>
          </ac:graphicFrameMkLst>
        </pc:graphicFrameChg>
        <pc:graphicFrameChg chg="add del mod modGraphic">
          <ac:chgData name="정인 서" userId="08698f948367e560" providerId="LiveId" clId="{0C6B9D90-F4F0-4439-9013-CF51A39D0ED7}" dt="2026-05-21T11:36:14.842" v="252" actId="478"/>
          <ac:graphicFrameMkLst>
            <pc:docMk/>
            <pc:sldMk cId="1250120544" sldId="301"/>
            <ac:graphicFrameMk id="19" creationId="{A8D2C2D2-999B-E135-348A-3271BEAC5CF0}"/>
          </ac:graphicFrameMkLst>
        </pc:graphicFrameChg>
        <pc:graphicFrameChg chg="add mod">
          <ac:chgData name="정인 서" userId="08698f948367e560" providerId="LiveId" clId="{0C6B9D90-F4F0-4439-9013-CF51A39D0ED7}" dt="2026-05-21T11:36:15.610" v="253"/>
          <ac:graphicFrameMkLst>
            <pc:docMk/>
            <pc:sldMk cId="1250120544" sldId="301"/>
            <ac:graphicFrameMk id="23" creationId="{ED31B6B1-2CB0-676E-925A-003BFD47E112}"/>
          </ac:graphicFrameMkLst>
        </pc:graphicFrameChg>
        <pc:graphicFrameChg chg="add mod modGraphic">
          <ac:chgData name="정인 서" userId="08698f948367e560" providerId="LiveId" clId="{0C6B9D90-F4F0-4439-9013-CF51A39D0ED7}" dt="2026-05-21T11:37:16.356" v="268" actId="14734"/>
          <ac:graphicFrameMkLst>
            <pc:docMk/>
            <pc:sldMk cId="1250120544" sldId="301"/>
            <ac:graphicFrameMk id="24" creationId="{D5CEFB67-9CBF-158B-FC2F-B6DC1F106073}"/>
          </ac:graphicFrameMkLst>
        </pc:graphicFrameChg>
        <pc:graphicFrameChg chg="add mod">
          <ac:chgData name="정인 서" userId="08698f948367e560" providerId="LiveId" clId="{0C6B9D90-F4F0-4439-9013-CF51A39D0ED7}" dt="2026-05-21T11:37:00.411" v="258"/>
          <ac:graphicFrameMkLst>
            <pc:docMk/>
            <pc:sldMk cId="1250120544" sldId="301"/>
            <ac:graphicFrameMk id="28" creationId="{4334D473-88EE-4774-A2FE-F13A50A8674D}"/>
          </ac:graphicFrameMkLst>
        </pc:graphicFrameChg>
        <pc:graphicFrameChg chg="add mod modGraphic">
          <ac:chgData name="정인 서" userId="08698f948367e560" providerId="LiveId" clId="{0C6B9D90-F4F0-4439-9013-CF51A39D0ED7}" dt="2026-05-21T11:37:15.083" v="265" actId="1076"/>
          <ac:graphicFrameMkLst>
            <pc:docMk/>
            <pc:sldMk cId="1250120544" sldId="301"/>
            <ac:graphicFrameMk id="29" creationId="{019FE70F-CE3D-A998-3287-A1C608B27124}"/>
          </ac:graphicFrameMkLst>
        </pc:graphicFrameChg>
        <pc:graphicFrameChg chg="add mod">
          <ac:chgData name="정인 서" userId="08698f948367e560" providerId="LiveId" clId="{0C6B9D90-F4F0-4439-9013-CF51A39D0ED7}" dt="2026-05-21T11:37:48.354" v="269"/>
          <ac:graphicFrameMkLst>
            <pc:docMk/>
            <pc:sldMk cId="1250120544" sldId="301"/>
            <ac:graphicFrameMk id="30" creationId="{1F309A86-8DD0-2502-C778-83D69DCEC504}"/>
          </ac:graphicFrameMkLst>
        </pc:graphicFrameChg>
        <pc:graphicFrameChg chg="del">
          <ac:chgData name="정인 서" userId="08698f948367e560" providerId="LiveId" clId="{0C6B9D90-F4F0-4439-9013-CF51A39D0ED7}" dt="2026-05-21T11:11:20.428" v="8" actId="478"/>
          <ac:graphicFrameMkLst>
            <pc:docMk/>
            <pc:sldMk cId="1250120544" sldId="301"/>
            <ac:graphicFrameMk id="31" creationId="{6CEA5665-E013-772F-FCB8-ECE4BE3358DF}"/>
          </ac:graphicFrameMkLst>
        </pc:graphicFrameChg>
        <pc:graphicFrameChg chg="add mod modGraphic">
          <ac:chgData name="정인 서" userId="08698f948367e560" providerId="LiveId" clId="{0C6B9D90-F4F0-4439-9013-CF51A39D0ED7}" dt="2026-05-21T13:41:18.646" v="289" actId="1036"/>
          <ac:graphicFrameMkLst>
            <pc:docMk/>
            <pc:sldMk cId="1250120544" sldId="301"/>
            <ac:graphicFrameMk id="32" creationId="{E28F4E37-BB2C-DAC5-5496-135A53F8818A}"/>
          </ac:graphicFrameMkLst>
        </pc:graphicFrameChg>
        <pc:graphicFrameChg chg="add mod">
          <ac:chgData name="정인 서" userId="08698f948367e560" providerId="LiveId" clId="{0C6B9D90-F4F0-4439-9013-CF51A39D0ED7}" dt="2026-05-21T11:38:06.889" v="273"/>
          <ac:graphicFrameMkLst>
            <pc:docMk/>
            <pc:sldMk cId="1250120544" sldId="301"/>
            <ac:graphicFrameMk id="34" creationId="{DC6B8529-7574-0ADB-1B29-8673DE2179BC}"/>
          </ac:graphicFrameMkLst>
        </pc:graphicFrameChg>
        <pc:graphicFrameChg chg="add mod modGraphic">
          <ac:chgData name="정인 서" userId="08698f948367e560" providerId="LiveId" clId="{0C6B9D90-F4F0-4439-9013-CF51A39D0ED7}" dt="2026-05-21T13:41:18.646" v="289" actId="1036"/>
          <ac:graphicFrameMkLst>
            <pc:docMk/>
            <pc:sldMk cId="1250120544" sldId="301"/>
            <ac:graphicFrameMk id="35" creationId="{95301CC6-5057-49AE-2554-47DE82D34C9C}"/>
          </ac:graphicFrameMkLst>
        </pc:graphicFrameChg>
      </pc:sldChg>
      <pc:sldChg chg="new del">
        <pc:chgData name="정인 서" userId="08698f948367e560" providerId="LiveId" clId="{0C6B9D90-F4F0-4439-9013-CF51A39D0ED7}" dt="2026-05-21T11:11:02.849" v="5" actId="47"/>
        <pc:sldMkLst>
          <pc:docMk/>
          <pc:sldMk cId="1910288283" sldId="30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cuments\&#52852;&#52852;&#50724;&#53665;%20&#48155;&#51008;%20&#54028;&#51068;\GP%20only%205&#48516;&#50948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esktop\GP%20only%205&#48516;&#50948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cuments\&#52852;&#52852;&#50724;&#53665;%20&#48155;&#51008;%20&#54028;&#51068;\nav_quintiles%20(2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cuments\&#52852;&#52852;&#50724;&#53665;%20&#48155;&#51008;%20&#54028;&#51068;\nav_quintiles%20(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cuments\&#52852;&#52852;&#50724;&#53665;%20&#48155;&#51008;%20&#54028;&#51068;\5x5_GP_IVOL_kospi200_comparis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esktop\5x5_GP_IVOL_kospi200_comparis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esktop\&#52572;&#51333;%20&#54252;&#53944;&#54260;&#47532;&#50724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log_cum!$B$1</c:f>
              <c:strCache>
                <c:ptCount val="1"/>
                <c:pt idx="0">
                  <c:v>Q(1/5)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log_cum!$G$2:$G$301</c:f>
              <c:numCache>
                <c:formatCode>General</c:formatCode>
                <c:ptCount val="300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log_cum!$B$2:$B$302</c:f>
              <c:numCache>
                <c:formatCode>General</c:formatCode>
                <c:ptCount val="301"/>
                <c:pt idx="0">
                  <c:v>0.36734007874736879</c:v>
                </c:pt>
                <c:pt idx="1">
                  <c:v>0.39318142783822257</c:v>
                </c:pt>
                <c:pt idx="2">
                  <c:v>0.26710955415600152</c:v>
                </c:pt>
                <c:pt idx="3">
                  <c:v>0.32153948077641448</c:v>
                </c:pt>
                <c:pt idx="4">
                  <c:v>0.44799675095425362</c:v>
                </c:pt>
                <c:pt idx="5">
                  <c:v>0.410781059916136</c:v>
                </c:pt>
                <c:pt idx="6">
                  <c:v>0.2456966988076873</c:v>
                </c:pt>
                <c:pt idx="7">
                  <c:v>0.17262751601743251</c:v>
                </c:pt>
                <c:pt idx="8">
                  <c:v>-2.4169500909136249E-2</c:v>
                </c:pt>
                <c:pt idx="9">
                  <c:v>0.1652484018491058</c:v>
                </c:pt>
                <c:pt idx="10">
                  <c:v>0.22351304731704069</c:v>
                </c:pt>
                <c:pt idx="11">
                  <c:v>0.18507839185710831</c:v>
                </c:pt>
                <c:pt idx="12">
                  <c:v>0.22954837659915769</c:v>
                </c:pt>
                <c:pt idx="13">
                  <c:v>0.18649104706214109</c:v>
                </c:pt>
                <c:pt idx="14">
                  <c:v>0.2679469018849393</c:v>
                </c:pt>
                <c:pt idx="15">
                  <c:v>5.4272998109897892E-2</c:v>
                </c:pt>
                <c:pt idx="16">
                  <c:v>7.398151923179902E-2</c:v>
                </c:pt>
                <c:pt idx="17">
                  <c:v>-0.1116735753770209</c:v>
                </c:pt>
                <c:pt idx="18">
                  <c:v>-0.1244212146202633</c:v>
                </c:pt>
                <c:pt idx="19">
                  <c:v>-0.12549498418270921</c:v>
                </c:pt>
                <c:pt idx="20">
                  <c:v>-0.38994796138591131</c:v>
                </c:pt>
                <c:pt idx="21">
                  <c:v>-0.33606269675475309</c:v>
                </c:pt>
                <c:pt idx="22">
                  <c:v>-0.36033903967476699</c:v>
                </c:pt>
                <c:pt idx="23">
                  <c:v>-0.49516817668416191</c:v>
                </c:pt>
                <c:pt idx="24">
                  <c:v>-0.50682811264715222</c:v>
                </c:pt>
                <c:pt idx="25">
                  <c:v>-0.51275844063630804</c:v>
                </c:pt>
                <c:pt idx="26">
                  <c:v>-0.7042938900430411</c:v>
                </c:pt>
                <c:pt idx="27">
                  <c:v>-0.59254071039691636</c:v>
                </c:pt>
                <c:pt idx="28">
                  <c:v>-0.50202981712645178</c:v>
                </c:pt>
                <c:pt idx="29">
                  <c:v>-0.44333969752587482</c:v>
                </c:pt>
                <c:pt idx="30">
                  <c:v>-0.48656253515181452</c:v>
                </c:pt>
                <c:pt idx="31">
                  <c:v>-0.58920271578300354</c:v>
                </c:pt>
                <c:pt idx="32">
                  <c:v>-0.65787552990801279</c:v>
                </c:pt>
                <c:pt idx="33">
                  <c:v>-0.6939674480172382</c:v>
                </c:pt>
                <c:pt idx="34">
                  <c:v>-0.73718365236104455</c:v>
                </c:pt>
                <c:pt idx="35">
                  <c:v>-0.73452311265354031</c:v>
                </c:pt>
                <c:pt idx="36">
                  <c:v>-0.77953802531324412</c:v>
                </c:pt>
                <c:pt idx="37">
                  <c:v>-0.8306362666722007</c:v>
                </c:pt>
                <c:pt idx="38">
                  <c:v>-0.86210223870805724</c:v>
                </c:pt>
                <c:pt idx="39">
                  <c:v>-0.84685434424786166</c:v>
                </c:pt>
                <c:pt idx="40">
                  <c:v>-0.94497845586835039</c:v>
                </c:pt>
                <c:pt idx="41">
                  <c:v>-0.98019232678471879</c:v>
                </c:pt>
                <c:pt idx="42">
                  <c:v>-1.087307617720666</c:v>
                </c:pt>
                <c:pt idx="43">
                  <c:v>-1.037627796482927</c:v>
                </c:pt>
                <c:pt idx="44">
                  <c:v>-1.025249492943987</c:v>
                </c:pt>
                <c:pt idx="45">
                  <c:v>-1.0784419247425221</c:v>
                </c:pt>
                <c:pt idx="46">
                  <c:v>-1.0257949001987181</c:v>
                </c:pt>
                <c:pt idx="47">
                  <c:v>-1.0427046730060789</c:v>
                </c:pt>
                <c:pt idx="48">
                  <c:v>-0.82092173766482335</c:v>
                </c:pt>
                <c:pt idx="49">
                  <c:v>-0.74880939020102733</c:v>
                </c:pt>
                <c:pt idx="50">
                  <c:v>-0.83151411061663416</c:v>
                </c:pt>
                <c:pt idx="51">
                  <c:v>-0.95580189676867766</c:v>
                </c:pt>
                <c:pt idx="52">
                  <c:v>-0.85336557455471662</c:v>
                </c:pt>
                <c:pt idx="53">
                  <c:v>-0.76159353794019446</c:v>
                </c:pt>
                <c:pt idx="54">
                  <c:v>-0.6186928718651209</c:v>
                </c:pt>
                <c:pt idx="55">
                  <c:v>-0.73169182311795122</c:v>
                </c:pt>
                <c:pt idx="56">
                  <c:v>-0.63960878641273911</c:v>
                </c:pt>
                <c:pt idx="57">
                  <c:v>-0.56047674890989152</c:v>
                </c:pt>
                <c:pt idx="58">
                  <c:v>-0.39340798428956641</c:v>
                </c:pt>
                <c:pt idx="59">
                  <c:v>-0.38752799902242979</c:v>
                </c:pt>
                <c:pt idx="60">
                  <c:v>-0.39459429279730202</c:v>
                </c:pt>
                <c:pt idx="61">
                  <c:v>-0.39310588264539642</c:v>
                </c:pt>
                <c:pt idx="62">
                  <c:v>-0.40552353519958589</c:v>
                </c:pt>
                <c:pt idx="63">
                  <c:v>-0.39465965607831222</c:v>
                </c:pt>
                <c:pt idx="64">
                  <c:v>-0.48282435680662888</c:v>
                </c:pt>
                <c:pt idx="65">
                  <c:v>-0.55206640076233382</c:v>
                </c:pt>
                <c:pt idx="66">
                  <c:v>-0.61733361524676145</c:v>
                </c:pt>
                <c:pt idx="67">
                  <c:v>-0.61472883745850593</c:v>
                </c:pt>
                <c:pt idx="68">
                  <c:v>-0.52997242914234055</c:v>
                </c:pt>
                <c:pt idx="69">
                  <c:v>-0.56903707215875521</c:v>
                </c:pt>
                <c:pt idx="70">
                  <c:v>-0.52764678808407084</c:v>
                </c:pt>
                <c:pt idx="71">
                  <c:v>-0.59019845817053651</c:v>
                </c:pt>
                <c:pt idx="72">
                  <c:v>-0.61333014791999907</c:v>
                </c:pt>
                <c:pt idx="73">
                  <c:v>-0.57817688107118637</c:v>
                </c:pt>
                <c:pt idx="74">
                  <c:v>-0.48507387582079192</c:v>
                </c:pt>
                <c:pt idx="75">
                  <c:v>-0.47271364246812347</c:v>
                </c:pt>
                <c:pt idx="76">
                  <c:v>-0.39061506700530352</c:v>
                </c:pt>
                <c:pt idx="77">
                  <c:v>-0.37147509430571363</c:v>
                </c:pt>
                <c:pt idx="78">
                  <c:v>-0.33878319210273777</c:v>
                </c:pt>
                <c:pt idx="79">
                  <c:v>-0.36442595473243228</c:v>
                </c:pt>
                <c:pt idx="80">
                  <c:v>-0.39611802628512982</c:v>
                </c:pt>
                <c:pt idx="81">
                  <c:v>-0.44968986288888108</c:v>
                </c:pt>
                <c:pt idx="82">
                  <c:v>-0.53014974341172671</c:v>
                </c:pt>
                <c:pt idx="83">
                  <c:v>-0.58109104253666755</c:v>
                </c:pt>
                <c:pt idx="84">
                  <c:v>-0.69704022035381552</c:v>
                </c:pt>
                <c:pt idx="85">
                  <c:v>-0.63637033459714809</c:v>
                </c:pt>
                <c:pt idx="86">
                  <c:v>-0.70132728825234891</c:v>
                </c:pt>
                <c:pt idx="87">
                  <c:v>-0.73690315856572042</c:v>
                </c:pt>
                <c:pt idx="88">
                  <c:v>-0.73842069043183967</c:v>
                </c:pt>
                <c:pt idx="89">
                  <c:v>-0.81058321350348794</c:v>
                </c:pt>
                <c:pt idx="90">
                  <c:v>-0.85807097022080947</c:v>
                </c:pt>
                <c:pt idx="91">
                  <c:v>-1.060627600208113</c:v>
                </c:pt>
                <c:pt idx="92">
                  <c:v>-1.1626743783547291</c:v>
                </c:pt>
                <c:pt idx="93">
                  <c:v>-1.5620248359851849</c:v>
                </c:pt>
                <c:pt idx="94">
                  <c:v>-1.556975435613934</c:v>
                </c:pt>
                <c:pt idx="95">
                  <c:v>-1.5599994084761939</c:v>
                </c:pt>
                <c:pt idx="96">
                  <c:v>-1.535219685914494</c:v>
                </c:pt>
                <c:pt idx="97">
                  <c:v>-1.4816200598285509</c:v>
                </c:pt>
                <c:pt idx="98">
                  <c:v>-1.4626602306190619</c:v>
                </c:pt>
                <c:pt idx="99">
                  <c:v>-1.3535120175396731</c:v>
                </c:pt>
                <c:pt idx="100">
                  <c:v>-1.299976740915247</c:v>
                </c:pt>
                <c:pt idx="101">
                  <c:v>-1.3783673832152969</c:v>
                </c:pt>
                <c:pt idx="102">
                  <c:v>-1.359294248564529</c:v>
                </c:pt>
                <c:pt idx="103">
                  <c:v>-1.373914464493124</c:v>
                </c:pt>
                <c:pt idx="104">
                  <c:v>-1.4109997849400739</c:v>
                </c:pt>
                <c:pt idx="105">
                  <c:v>-1.497889847858396</c:v>
                </c:pt>
                <c:pt idx="106">
                  <c:v>-1.5682224348837599</c:v>
                </c:pt>
                <c:pt idx="107">
                  <c:v>-1.5640218031406901</c:v>
                </c:pt>
                <c:pt idx="108">
                  <c:v>-1.589833985466037</c:v>
                </c:pt>
                <c:pt idx="109">
                  <c:v>-1.597035498030789</c:v>
                </c:pt>
                <c:pt idx="110">
                  <c:v>-1.6698977854896679</c:v>
                </c:pt>
                <c:pt idx="111">
                  <c:v>-1.6983123568924841</c:v>
                </c:pt>
                <c:pt idx="112">
                  <c:v>-1.841819375392898</c:v>
                </c:pt>
                <c:pt idx="113">
                  <c:v>-1.842995185695109</c:v>
                </c:pt>
                <c:pt idx="114">
                  <c:v>-1.829698062887706</c:v>
                </c:pt>
                <c:pt idx="115">
                  <c:v>-1.8724795100110569</c:v>
                </c:pt>
                <c:pt idx="116">
                  <c:v>-1.8474978574235661</c:v>
                </c:pt>
                <c:pt idx="117">
                  <c:v>-1.821444390746753</c:v>
                </c:pt>
                <c:pt idx="118">
                  <c:v>-1.8991047075349641</c:v>
                </c:pt>
                <c:pt idx="119">
                  <c:v>-1.89052576998307</c:v>
                </c:pt>
                <c:pt idx="120">
                  <c:v>-1.8961087588931631</c:v>
                </c:pt>
                <c:pt idx="121">
                  <c:v>-1.9722672318740551</c:v>
                </c:pt>
                <c:pt idx="122">
                  <c:v>-1.969846259836979</c:v>
                </c:pt>
                <c:pt idx="123">
                  <c:v>-2.0633982558036341</c:v>
                </c:pt>
                <c:pt idx="124">
                  <c:v>-2.127831451800656</c:v>
                </c:pt>
                <c:pt idx="125">
                  <c:v>-2.113381446253376</c:v>
                </c:pt>
                <c:pt idx="126">
                  <c:v>-2.036304313424226</c:v>
                </c:pt>
                <c:pt idx="127">
                  <c:v>-2.1589423182724961</c:v>
                </c:pt>
                <c:pt idx="128">
                  <c:v>-2.2741867124774719</c:v>
                </c:pt>
                <c:pt idx="129">
                  <c:v>-2.181593370844797</c:v>
                </c:pt>
                <c:pt idx="130">
                  <c:v>-2.2289277504634701</c:v>
                </c:pt>
                <c:pt idx="131">
                  <c:v>-2.194165282685034</c:v>
                </c:pt>
                <c:pt idx="132">
                  <c:v>-2.125426098816741</c:v>
                </c:pt>
                <c:pt idx="133">
                  <c:v>-2.0316736043348929</c:v>
                </c:pt>
                <c:pt idx="134">
                  <c:v>-2.090404377537582</c:v>
                </c:pt>
                <c:pt idx="135">
                  <c:v>-2.1803825412896209</c:v>
                </c:pt>
                <c:pt idx="136">
                  <c:v>-2.241901430857824</c:v>
                </c:pt>
                <c:pt idx="137">
                  <c:v>-2.186373062056425</c:v>
                </c:pt>
                <c:pt idx="138">
                  <c:v>-2.242318528462822</c:v>
                </c:pt>
                <c:pt idx="139">
                  <c:v>-2.223671766396337</c:v>
                </c:pt>
                <c:pt idx="140">
                  <c:v>-2.2095206035156951</c:v>
                </c:pt>
                <c:pt idx="141">
                  <c:v>-2.2842069515404999</c:v>
                </c:pt>
                <c:pt idx="142">
                  <c:v>-2.3393960845879609</c:v>
                </c:pt>
                <c:pt idx="143">
                  <c:v>-2.3444821311061488</c:v>
                </c:pt>
                <c:pt idx="144">
                  <c:v>-2.311574410552689</c:v>
                </c:pt>
                <c:pt idx="145">
                  <c:v>-2.2922584505234829</c:v>
                </c:pt>
                <c:pt idx="146">
                  <c:v>-2.276529084121417</c:v>
                </c:pt>
                <c:pt idx="147">
                  <c:v>-2.2987980542198438</c:v>
                </c:pt>
                <c:pt idx="148">
                  <c:v>-2.2614487255983469</c:v>
                </c:pt>
                <c:pt idx="149">
                  <c:v>-2.380957944179511</c:v>
                </c:pt>
                <c:pt idx="150">
                  <c:v>-2.3265132546468381</c:v>
                </c:pt>
                <c:pt idx="151">
                  <c:v>-2.3585784239669692</c:v>
                </c:pt>
                <c:pt idx="152">
                  <c:v>-2.329293332748843</c:v>
                </c:pt>
                <c:pt idx="153">
                  <c:v>-2.365871935986342</c:v>
                </c:pt>
                <c:pt idx="154">
                  <c:v>-2.4115733218086088</c:v>
                </c:pt>
                <c:pt idx="155">
                  <c:v>-2.443585766532633</c:v>
                </c:pt>
                <c:pt idx="156">
                  <c:v>-2.4203691327049319</c:v>
                </c:pt>
                <c:pt idx="157">
                  <c:v>-2.4108992663648832</c:v>
                </c:pt>
                <c:pt idx="158">
                  <c:v>-2.411107425759786</c:v>
                </c:pt>
                <c:pt idx="159">
                  <c:v>-2.402790735496477</c:v>
                </c:pt>
                <c:pt idx="160">
                  <c:v>-2.4146762522977738</c:v>
                </c:pt>
                <c:pt idx="161">
                  <c:v>-2.429899820631169</c:v>
                </c:pt>
                <c:pt idx="162">
                  <c:v>-2.4380803875804422</c:v>
                </c:pt>
                <c:pt idx="163">
                  <c:v>-2.41927180697206</c:v>
                </c:pt>
                <c:pt idx="164">
                  <c:v>-2.4483465527348121</c:v>
                </c:pt>
                <c:pt idx="165">
                  <c:v>-2.5094690423102</c:v>
                </c:pt>
                <c:pt idx="166">
                  <c:v>-2.4995353443239492</c:v>
                </c:pt>
                <c:pt idx="167">
                  <c:v>-2.511160639729352</c:v>
                </c:pt>
                <c:pt idx="168">
                  <c:v>-2.4512870555051318</c:v>
                </c:pt>
                <c:pt idx="169">
                  <c:v>-2.3596305284872239</c:v>
                </c:pt>
                <c:pt idx="170">
                  <c:v>-2.301800159492061</c:v>
                </c:pt>
                <c:pt idx="171">
                  <c:v>-2.2523483043202259</c:v>
                </c:pt>
                <c:pt idx="172">
                  <c:v>-2.2447797449879872</c:v>
                </c:pt>
                <c:pt idx="173">
                  <c:v>-2.2208492921363008</c:v>
                </c:pt>
                <c:pt idx="174">
                  <c:v>-2.2121197943200568</c:v>
                </c:pt>
                <c:pt idx="175">
                  <c:v>-2.2660628314389228</c:v>
                </c:pt>
                <c:pt idx="176">
                  <c:v>-2.216883215679847</c:v>
                </c:pt>
                <c:pt idx="177">
                  <c:v>-2.164208908142228</c:v>
                </c:pt>
                <c:pt idx="178">
                  <c:v>-2.157022975036945</c:v>
                </c:pt>
                <c:pt idx="179">
                  <c:v>-2.1689253105829809</c:v>
                </c:pt>
                <c:pt idx="180">
                  <c:v>-2.2150105921102452</c:v>
                </c:pt>
                <c:pt idx="181">
                  <c:v>-2.214367829996005</c:v>
                </c:pt>
                <c:pt idx="182">
                  <c:v>-2.153558467990953</c:v>
                </c:pt>
                <c:pt idx="183">
                  <c:v>-2.1266491833412999</c:v>
                </c:pt>
                <c:pt idx="184">
                  <c:v>-2.1237401050760698</c:v>
                </c:pt>
                <c:pt idx="185">
                  <c:v>-2.1229993938315919</c:v>
                </c:pt>
                <c:pt idx="186">
                  <c:v>-2.0266511655945969</c:v>
                </c:pt>
                <c:pt idx="187">
                  <c:v>-2.0659142333855409</c:v>
                </c:pt>
                <c:pt idx="188">
                  <c:v>-2.0159624234796332</c:v>
                </c:pt>
                <c:pt idx="189">
                  <c:v>-2.1102065310320151</c:v>
                </c:pt>
                <c:pt idx="190">
                  <c:v>-2.1514917967343292</c:v>
                </c:pt>
                <c:pt idx="191">
                  <c:v>-2.107572682311242</c:v>
                </c:pt>
                <c:pt idx="192">
                  <c:v>-2.122167587970901</c:v>
                </c:pt>
                <c:pt idx="193">
                  <c:v>-2.1525326498011679</c:v>
                </c:pt>
                <c:pt idx="194">
                  <c:v>-2.1668315717685238</c:v>
                </c:pt>
                <c:pt idx="195">
                  <c:v>-2.1751612106205109</c:v>
                </c:pt>
                <c:pt idx="196">
                  <c:v>-2.1343440267908762</c:v>
                </c:pt>
                <c:pt idx="197">
                  <c:v>-2.1215846394136681</c:v>
                </c:pt>
                <c:pt idx="198">
                  <c:v>-2.1815347078847149</c:v>
                </c:pt>
                <c:pt idx="199">
                  <c:v>-2.1721980274928212</c:v>
                </c:pt>
                <c:pt idx="200">
                  <c:v>-2.2456174376469931</c:v>
                </c:pt>
                <c:pt idx="201">
                  <c:v>-2.211527095698953</c:v>
                </c:pt>
                <c:pt idx="202">
                  <c:v>-2.17373647336602</c:v>
                </c:pt>
                <c:pt idx="203">
                  <c:v>-2.1876571196831009</c:v>
                </c:pt>
                <c:pt idx="204">
                  <c:v>-2.059431912102037</c:v>
                </c:pt>
                <c:pt idx="205">
                  <c:v>-2.0965487129698359</c:v>
                </c:pt>
                <c:pt idx="206">
                  <c:v>-2.0617355928588741</c:v>
                </c:pt>
                <c:pt idx="207">
                  <c:v>-1.9867552546304941</c:v>
                </c:pt>
                <c:pt idx="208">
                  <c:v>-1.9984418759160849</c:v>
                </c:pt>
                <c:pt idx="209">
                  <c:v>-2.085264904045498</c:v>
                </c:pt>
                <c:pt idx="210">
                  <c:v>-2.1416174039038181</c:v>
                </c:pt>
                <c:pt idx="211">
                  <c:v>-2.105242101231076</c:v>
                </c:pt>
                <c:pt idx="212">
                  <c:v>-2.0983017233386652</c:v>
                </c:pt>
                <c:pt idx="213">
                  <c:v>-2.3484154511134361</c:v>
                </c:pt>
                <c:pt idx="214">
                  <c:v>-2.2631667909581972</c:v>
                </c:pt>
                <c:pt idx="215">
                  <c:v>-2.302018113370373</c:v>
                </c:pt>
                <c:pt idx="216">
                  <c:v>-2.2098450121597502</c:v>
                </c:pt>
                <c:pt idx="217">
                  <c:v>-2.233459703998852</c:v>
                </c:pt>
                <c:pt idx="218">
                  <c:v>-2.2621835817137859</c:v>
                </c:pt>
                <c:pt idx="219">
                  <c:v>-2.214099197555329</c:v>
                </c:pt>
                <c:pt idx="220">
                  <c:v>-2.2846184912745908</c:v>
                </c:pt>
                <c:pt idx="221">
                  <c:v>-2.2632988309662818</c:v>
                </c:pt>
                <c:pt idx="222">
                  <c:v>-2.3769930578286882</c:v>
                </c:pt>
                <c:pt idx="223">
                  <c:v>-2.393373865873845</c:v>
                </c:pt>
                <c:pt idx="224">
                  <c:v>-2.3774880179976909</c:v>
                </c:pt>
                <c:pt idx="225">
                  <c:v>-2.3520322094799622</c:v>
                </c:pt>
                <c:pt idx="226">
                  <c:v>-2.3510180491767558</c:v>
                </c:pt>
                <c:pt idx="227">
                  <c:v>-2.317311077061643</c:v>
                </c:pt>
                <c:pt idx="228">
                  <c:v>-2.376752418671622</c:v>
                </c:pt>
                <c:pt idx="229">
                  <c:v>-2.4776631604415482</c:v>
                </c:pt>
                <c:pt idx="230">
                  <c:v>-2.6143254412229351</c:v>
                </c:pt>
                <c:pt idx="231">
                  <c:v>-2.449869124406153</c:v>
                </c:pt>
                <c:pt idx="232">
                  <c:v>-2.3836126862434739</c:v>
                </c:pt>
                <c:pt idx="233">
                  <c:v>-2.3952643908134452</c:v>
                </c:pt>
                <c:pt idx="234">
                  <c:v>-2.345466002857421</c:v>
                </c:pt>
                <c:pt idx="235">
                  <c:v>-2.329693927683933</c:v>
                </c:pt>
                <c:pt idx="236">
                  <c:v>-2.256798808871443</c:v>
                </c:pt>
                <c:pt idx="237">
                  <c:v>-2.2760828954782308</c:v>
                </c:pt>
                <c:pt idx="238">
                  <c:v>-2.1590875920096</c:v>
                </c:pt>
                <c:pt idx="239">
                  <c:v>-2.107231103335113</c:v>
                </c:pt>
                <c:pt idx="240">
                  <c:v>-2.105857774467716</c:v>
                </c:pt>
                <c:pt idx="241">
                  <c:v>-2.0905824776751669</c:v>
                </c:pt>
                <c:pt idx="242">
                  <c:v>-2.0414366326385451</c:v>
                </c:pt>
                <c:pt idx="243">
                  <c:v>-1.989191935285247</c:v>
                </c:pt>
                <c:pt idx="244">
                  <c:v>-1.9749285223227471</c:v>
                </c:pt>
                <c:pt idx="245">
                  <c:v>-1.927043106527101</c:v>
                </c:pt>
                <c:pt idx="246">
                  <c:v>-1.948359549326933</c:v>
                </c:pt>
                <c:pt idx="247">
                  <c:v>-1.983176905465299</c:v>
                </c:pt>
                <c:pt idx="248">
                  <c:v>-2.0126481297759331</c:v>
                </c:pt>
                <c:pt idx="249">
                  <c:v>-2.0359792535390748</c:v>
                </c:pt>
                <c:pt idx="250">
                  <c:v>-2.1650944197563669</c:v>
                </c:pt>
                <c:pt idx="251">
                  <c:v>-2.0652845212714048</c:v>
                </c:pt>
                <c:pt idx="252">
                  <c:v>-2.1817582848824362</c:v>
                </c:pt>
                <c:pt idx="253">
                  <c:v>-2.1656305161077549</c:v>
                </c:pt>
                <c:pt idx="254">
                  <c:v>-2.0925254128797621</c:v>
                </c:pt>
                <c:pt idx="255">
                  <c:v>-2.126257711518003</c:v>
                </c:pt>
                <c:pt idx="256">
                  <c:v>-2.1475771763003619</c:v>
                </c:pt>
                <c:pt idx="257">
                  <c:v>-2.3119887150585949</c:v>
                </c:pt>
                <c:pt idx="258">
                  <c:v>-2.243976029137813</c:v>
                </c:pt>
                <c:pt idx="259">
                  <c:v>-2.222374998836103</c:v>
                </c:pt>
                <c:pt idx="260">
                  <c:v>-2.4120883315488371</c:v>
                </c:pt>
                <c:pt idx="261">
                  <c:v>-2.4072011372402362</c:v>
                </c:pt>
                <c:pt idx="262">
                  <c:v>-2.347220048719497</c:v>
                </c:pt>
                <c:pt idx="263">
                  <c:v>-2.4180584730608432</c:v>
                </c:pt>
                <c:pt idx="264">
                  <c:v>-2.347223530644746</c:v>
                </c:pt>
                <c:pt idx="265">
                  <c:v>-2.3497966892682558</c:v>
                </c:pt>
                <c:pt idx="266">
                  <c:v>-2.335532885347523</c:v>
                </c:pt>
                <c:pt idx="267">
                  <c:v>-2.324249840694034</c:v>
                </c:pt>
                <c:pt idx="268">
                  <c:v>-2.298669830072916</c:v>
                </c:pt>
                <c:pt idx="269">
                  <c:v>-2.3091042278694389</c:v>
                </c:pt>
                <c:pt idx="270">
                  <c:v>-2.346890473792008</c:v>
                </c:pt>
                <c:pt idx="271">
                  <c:v>-2.3278600453075171</c:v>
                </c:pt>
                <c:pt idx="272">
                  <c:v>-2.40922721306814</c:v>
                </c:pt>
                <c:pt idx="273">
                  <c:v>-2.538004127099549</c:v>
                </c:pt>
                <c:pt idx="274">
                  <c:v>-2.4490028916448132</c:v>
                </c:pt>
                <c:pt idx="275">
                  <c:v>-2.4225044707326129</c:v>
                </c:pt>
                <c:pt idx="276">
                  <c:v>-2.4833935308241761</c:v>
                </c:pt>
                <c:pt idx="277">
                  <c:v>-2.4605953482150609</c:v>
                </c:pt>
                <c:pt idx="278">
                  <c:v>-2.441716501943036</c:v>
                </c:pt>
                <c:pt idx="279">
                  <c:v>-2.4784890417615428</c:v>
                </c:pt>
                <c:pt idx="280">
                  <c:v>-2.4875200265960031</c:v>
                </c:pt>
                <c:pt idx="281">
                  <c:v>-2.5111241163760929</c:v>
                </c:pt>
                <c:pt idx="282">
                  <c:v>-2.5447745003176299</c:v>
                </c:pt>
                <c:pt idx="283">
                  <c:v>-2.5951363084813459</c:v>
                </c:pt>
                <c:pt idx="284">
                  <c:v>-2.6035390564043448</c:v>
                </c:pt>
                <c:pt idx="285">
                  <c:v>-2.633475655680193</c:v>
                </c:pt>
                <c:pt idx="286">
                  <c:v>-2.6976952238335241</c:v>
                </c:pt>
                <c:pt idx="287">
                  <c:v>-2.7053073155165892</c:v>
                </c:pt>
                <c:pt idx="288">
                  <c:v>-2.6657383780450288</c:v>
                </c:pt>
                <c:pt idx="289">
                  <c:v>-2.668508617710728</c:v>
                </c:pt>
                <c:pt idx="290">
                  <c:v>-2.7531962182642191</c:v>
                </c:pt>
                <c:pt idx="291">
                  <c:v>-2.686093084107573</c:v>
                </c:pt>
                <c:pt idx="292">
                  <c:v>-2.6550983474037091</c:v>
                </c:pt>
                <c:pt idx="293">
                  <c:v>-2.6337387090285809</c:v>
                </c:pt>
                <c:pt idx="294">
                  <c:v>-2.6246997908520271</c:v>
                </c:pt>
                <c:pt idx="295">
                  <c:v>-2.6371468565692582</c:v>
                </c:pt>
                <c:pt idx="296">
                  <c:v>-2.6028477580058138</c:v>
                </c:pt>
                <c:pt idx="297">
                  <c:v>-2.5707114398298541</c:v>
                </c:pt>
                <c:pt idx="298">
                  <c:v>-2.5831860855876378</c:v>
                </c:pt>
                <c:pt idx="299">
                  <c:v>-2.5739329199041832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77-42A2-AE53-4E59CD692066}"/>
            </c:ext>
          </c:extLst>
        </c:ser>
        <c:ser>
          <c:idx val="1"/>
          <c:order val="1"/>
          <c:tx>
            <c:strRef>
              <c:f>log_cum!$C$1</c:f>
              <c:strCache>
                <c:ptCount val="1"/>
                <c:pt idx="0">
                  <c:v>Q(2/5)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log_cum!$G$2:$G$301</c:f>
              <c:numCache>
                <c:formatCode>General</c:formatCode>
                <c:ptCount val="300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log_cum!$C$2:$C$302</c:f>
              <c:numCache>
                <c:formatCode>General</c:formatCode>
                <c:ptCount val="301"/>
                <c:pt idx="0">
                  <c:v>0.29719828562231893</c:v>
                </c:pt>
                <c:pt idx="1">
                  <c:v>0.34042719071325628</c:v>
                </c:pt>
                <c:pt idx="2">
                  <c:v>0.22949367791996711</c:v>
                </c:pt>
                <c:pt idx="3">
                  <c:v>0.27786212462222942</c:v>
                </c:pt>
                <c:pt idx="4">
                  <c:v>0.35890486013619383</c:v>
                </c:pt>
                <c:pt idx="5">
                  <c:v>0.36472400708696262</c:v>
                </c:pt>
                <c:pt idx="6">
                  <c:v>0.20368666814589051</c:v>
                </c:pt>
                <c:pt idx="7">
                  <c:v>0.13261293979402869</c:v>
                </c:pt>
                <c:pt idx="8">
                  <c:v>-2.441613967879375E-2</c:v>
                </c:pt>
                <c:pt idx="9">
                  <c:v>0.15398911013397529</c:v>
                </c:pt>
                <c:pt idx="10">
                  <c:v>0.23534063391055399</c:v>
                </c:pt>
                <c:pt idx="11">
                  <c:v>0.24231572698889281</c:v>
                </c:pt>
                <c:pt idx="12">
                  <c:v>0.32509098224136362</c:v>
                </c:pt>
                <c:pt idx="13">
                  <c:v>0.34210350278674051</c:v>
                </c:pt>
                <c:pt idx="14">
                  <c:v>0.43241786172899549</c:v>
                </c:pt>
                <c:pt idx="15">
                  <c:v>0.26995635798698092</c:v>
                </c:pt>
                <c:pt idx="16">
                  <c:v>0.21305493524097491</c:v>
                </c:pt>
                <c:pt idx="17">
                  <c:v>9.7094290041274345E-2</c:v>
                </c:pt>
                <c:pt idx="18">
                  <c:v>0.1070946149488725</c:v>
                </c:pt>
                <c:pt idx="19">
                  <c:v>0.12142552575909669</c:v>
                </c:pt>
                <c:pt idx="20">
                  <c:v>-8.8285546562752421E-2</c:v>
                </c:pt>
                <c:pt idx="21">
                  <c:v>-4.175204943357258E-2</c:v>
                </c:pt>
                <c:pt idx="22">
                  <c:v>-1.769333161788118E-2</c:v>
                </c:pt>
                <c:pt idx="23">
                  <c:v>-0.14597274240842889</c:v>
                </c:pt>
                <c:pt idx="24">
                  <c:v>-0.17342792209079619</c:v>
                </c:pt>
                <c:pt idx="25">
                  <c:v>-0.17835020299932899</c:v>
                </c:pt>
                <c:pt idx="26">
                  <c:v>-0.32521955943317399</c:v>
                </c:pt>
                <c:pt idx="27">
                  <c:v>-0.19286803508321379</c:v>
                </c:pt>
                <c:pt idx="28">
                  <c:v>-0.1195757067966071</c:v>
                </c:pt>
                <c:pt idx="29">
                  <c:v>-7.1895138207345236E-2</c:v>
                </c:pt>
                <c:pt idx="30">
                  <c:v>-8.0866102094054024E-2</c:v>
                </c:pt>
                <c:pt idx="31">
                  <c:v>-7.9452837829568718E-2</c:v>
                </c:pt>
                <c:pt idx="32">
                  <c:v>-0.14874444973002451</c:v>
                </c:pt>
                <c:pt idx="33">
                  <c:v>-0.1442354884797209</c:v>
                </c:pt>
                <c:pt idx="34">
                  <c:v>-0.13182164333703961</c:v>
                </c:pt>
                <c:pt idx="35">
                  <c:v>-0.1074145275784078</c:v>
                </c:pt>
                <c:pt idx="36">
                  <c:v>-0.1359499937921444</c:v>
                </c:pt>
                <c:pt idx="37">
                  <c:v>-0.1362726924603454</c:v>
                </c:pt>
                <c:pt idx="38">
                  <c:v>-0.1520991316592685</c:v>
                </c:pt>
                <c:pt idx="39">
                  <c:v>-0.11279225480261131</c:v>
                </c:pt>
                <c:pt idx="40">
                  <c:v>-0.21328391482899339</c:v>
                </c:pt>
                <c:pt idx="41">
                  <c:v>-0.23499376807583561</c:v>
                </c:pt>
                <c:pt idx="42">
                  <c:v>-0.30081896504197281</c:v>
                </c:pt>
                <c:pt idx="43">
                  <c:v>-0.26736029769501651</c:v>
                </c:pt>
                <c:pt idx="44">
                  <c:v>-0.25076677517333812</c:v>
                </c:pt>
                <c:pt idx="45">
                  <c:v>-0.26523193768206932</c:v>
                </c:pt>
                <c:pt idx="46">
                  <c:v>-0.21861017086172971</c:v>
                </c:pt>
                <c:pt idx="47">
                  <c:v>-0.16606148142935989</c:v>
                </c:pt>
                <c:pt idx="48">
                  <c:v>2.466455667994152E-2</c:v>
                </c:pt>
                <c:pt idx="49">
                  <c:v>0.16231406129730311</c:v>
                </c:pt>
                <c:pt idx="50">
                  <c:v>9.4922567893671331E-2</c:v>
                </c:pt>
                <c:pt idx="51">
                  <c:v>3.8382657330416549E-2</c:v>
                </c:pt>
                <c:pt idx="52">
                  <c:v>0.12608894757509301</c:v>
                </c:pt>
                <c:pt idx="53">
                  <c:v>0.21889522565498409</c:v>
                </c:pt>
                <c:pt idx="54">
                  <c:v>0.3673503556720038</c:v>
                </c:pt>
                <c:pt idx="55">
                  <c:v>0.30793641851208697</c:v>
                </c:pt>
                <c:pt idx="56">
                  <c:v>0.42003285879688501</c:v>
                </c:pt>
                <c:pt idx="57">
                  <c:v>0.4916445427244992</c:v>
                </c:pt>
                <c:pt idx="58">
                  <c:v>0.64229344422996848</c:v>
                </c:pt>
                <c:pt idx="59">
                  <c:v>0.66657743148001181</c:v>
                </c:pt>
                <c:pt idx="60">
                  <c:v>0.63932872650704498</c:v>
                </c:pt>
                <c:pt idx="61">
                  <c:v>0.63029531166375141</c:v>
                </c:pt>
                <c:pt idx="62">
                  <c:v>0.6290214504646926</c:v>
                </c:pt>
                <c:pt idx="63">
                  <c:v>0.65038047856097603</c:v>
                </c:pt>
                <c:pt idx="64">
                  <c:v>0.55208497716989458</c:v>
                </c:pt>
                <c:pt idx="65">
                  <c:v>0.50257187583515661</c:v>
                </c:pt>
                <c:pt idx="66">
                  <c:v>0.46647857010845523</c:v>
                </c:pt>
                <c:pt idx="67">
                  <c:v>0.51885880178638344</c:v>
                </c:pt>
                <c:pt idx="68">
                  <c:v>0.57929070512354397</c:v>
                </c:pt>
                <c:pt idx="69">
                  <c:v>0.56144217230220594</c:v>
                </c:pt>
                <c:pt idx="70">
                  <c:v>0.63511648938943055</c:v>
                </c:pt>
                <c:pt idx="71">
                  <c:v>0.61622960852522202</c:v>
                </c:pt>
                <c:pt idx="72">
                  <c:v>0.59995913525621281</c:v>
                </c:pt>
                <c:pt idx="73">
                  <c:v>0.65053232487846646</c:v>
                </c:pt>
                <c:pt idx="74">
                  <c:v>0.7475016525523045</c:v>
                </c:pt>
                <c:pt idx="75">
                  <c:v>0.80908560154939102</c:v>
                </c:pt>
                <c:pt idx="76">
                  <c:v>0.92949864508012769</c:v>
                </c:pt>
                <c:pt idx="77">
                  <c:v>0.97087851767176403</c:v>
                </c:pt>
                <c:pt idx="78">
                  <c:v>1.0418588564888629</c:v>
                </c:pt>
                <c:pt idx="79">
                  <c:v>1.013654292950992</c:v>
                </c:pt>
                <c:pt idx="80">
                  <c:v>1.0131225923591649</c:v>
                </c:pt>
                <c:pt idx="81">
                  <c:v>0.95106368415316989</c:v>
                </c:pt>
                <c:pt idx="82">
                  <c:v>0.86198821249285018</c:v>
                </c:pt>
                <c:pt idx="83">
                  <c:v>0.85235800922344307</c:v>
                </c:pt>
                <c:pt idx="84">
                  <c:v>0.74103616605272093</c:v>
                </c:pt>
                <c:pt idx="85">
                  <c:v>0.82600897301723075</c:v>
                </c:pt>
                <c:pt idx="86">
                  <c:v>0.76882638154076477</c:v>
                </c:pt>
                <c:pt idx="87">
                  <c:v>0.77573324678887179</c:v>
                </c:pt>
                <c:pt idx="88">
                  <c:v>0.80266803494181171</c:v>
                </c:pt>
                <c:pt idx="89">
                  <c:v>0.72719693524530848</c:v>
                </c:pt>
                <c:pt idx="90">
                  <c:v>0.65534740711941109</c:v>
                </c:pt>
                <c:pt idx="91">
                  <c:v>0.50667003461706217</c:v>
                </c:pt>
                <c:pt idx="92">
                  <c:v>0.44909821803276251</c:v>
                </c:pt>
                <c:pt idx="93">
                  <c:v>9.817485606436549E-2</c:v>
                </c:pt>
                <c:pt idx="94">
                  <c:v>0.1036624778265062</c:v>
                </c:pt>
                <c:pt idx="95">
                  <c:v>0.20733390168318619</c:v>
                </c:pt>
                <c:pt idx="96">
                  <c:v>0.26026498185565222</c:v>
                </c:pt>
                <c:pt idx="97">
                  <c:v>0.25653992327521508</c:v>
                </c:pt>
                <c:pt idx="98">
                  <c:v>0.36387719907852911</c:v>
                </c:pt>
                <c:pt idx="99">
                  <c:v>0.56657888295146164</c:v>
                </c:pt>
                <c:pt idx="100">
                  <c:v>0.5958129503553603</c:v>
                </c:pt>
                <c:pt idx="101">
                  <c:v>0.57577807378874679</c:v>
                </c:pt>
                <c:pt idx="102">
                  <c:v>0.64103291833576437</c:v>
                </c:pt>
                <c:pt idx="103">
                  <c:v>0.65281217739657682</c:v>
                </c:pt>
                <c:pt idx="104">
                  <c:v>0.64168644379110706</c:v>
                </c:pt>
                <c:pt idx="105">
                  <c:v>0.60234575492432696</c:v>
                </c:pt>
                <c:pt idx="106">
                  <c:v>0.5516848296942326</c:v>
                </c:pt>
                <c:pt idx="107">
                  <c:v>0.64896295417929661</c:v>
                </c:pt>
                <c:pt idx="108">
                  <c:v>0.63386415333627666</c:v>
                </c:pt>
                <c:pt idx="109">
                  <c:v>0.65782067430684288</c:v>
                </c:pt>
                <c:pt idx="110">
                  <c:v>0.67842270949662631</c:v>
                </c:pt>
                <c:pt idx="111">
                  <c:v>0.68936983169415844</c:v>
                </c:pt>
                <c:pt idx="112">
                  <c:v>0.58585589487000034</c:v>
                </c:pt>
                <c:pt idx="113">
                  <c:v>0.60325719278641732</c:v>
                </c:pt>
                <c:pt idx="114">
                  <c:v>0.61759175796850596</c:v>
                </c:pt>
                <c:pt idx="115">
                  <c:v>0.59965584044210052</c:v>
                </c:pt>
                <c:pt idx="116">
                  <c:v>0.6603692758796873</c:v>
                </c:pt>
                <c:pt idx="117">
                  <c:v>0.72249332130821819</c:v>
                </c:pt>
                <c:pt idx="118">
                  <c:v>0.68459493986205777</c:v>
                </c:pt>
                <c:pt idx="119">
                  <c:v>0.73228918539401222</c:v>
                </c:pt>
                <c:pt idx="120">
                  <c:v>0.74198924821841961</c:v>
                </c:pt>
                <c:pt idx="121">
                  <c:v>0.68474731507527009</c:v>
                </c:pt>
                <c:pt idx="122">
                  <c:v>0.73337750216151776</c:v>
                </c:pt>
                <c:pt idx="123">
                  <c:v>0.71778722785033855</c:v>
                </c:pt>
                <c:pt idx="124">
                  <c:v>0.65345872022584717</c:v>
                </c:pt>
                <c:pt idx="125">
                  <c:v>0.64330991354449552</c:v>
                </c:pt>
                <c:pt idx="126">
                  <c:v>0.71767323556742579</c:v>
                </c:pt>
                <c:pt idx="127">
                  <c:v>0.5991477222414503</c:v>
                </c:pt>
                <c:pt idx="128">
                  <c:v>0.4565999415608355</c:v>
                </c:pt>
                <c:pt idx="129">
                  <c:v>0.55373441690434222</c:v>
                </c:pt>
                <c:pt idx="130">
                  <c:v>0.53335044779735241</c:v>
                </c:pt>
                <c:pt idx="131">
                  <c:v>0.57862798987908892</c:v>
                </c:pt>
                <c:pt idx="132">
                  <c:v>0.65464978729429635</c:v>
                </c:pt>
                <c:pt idx="133">
                  <c:v>0.76379251802602433</c:v>
                </c:pt>
                <c:pt idx="134">
                  <c:v>0.72185129804420822</c:v>
                </c:pt>
                <c:pt idx="135">
                  <c:v>0.65644295535890618</c:v>
                </c:pt>
                <c:pt idx="136">
                  <c:v>0.59798181762043201</c:v>
                </c:pt>
                <c:pt idx="137">
                  <c:v>0.65531695134924905</c:v>
                </c:pt>
                <c:pt idx="138">
                  <c:v>0.62740122124607889</c:v>
                </c:pt>
                <c:pt idx="139">
                  <c:v>0.68338988788167954</c:v>
                </c:pt>
                <c:pt idx="140">
                  <c:v>0.73003727968117638</c:v>
                </c:pt>
                <c:pt idx="141">
                  <c:v>0.67508275239740589</c:v>
                </c:pt>
                <c:pt idx="142">
                  <c:v>0.63495949389241146</c:v>
                </c:pt>
                <c:pt idx="143">
                  <c:v>0.6485600050739001</c:v>
                </c:pt>
                <c:pt idx="144">
                  <c:v>0.69209544201482887</c:v>
                </c:pt>
                <c:pt idx="145">
                  <c:v>0.71007345492786478</c:v>
                </c:pt>
                <c:pt idx="146">
                  <c:v>0.73140277067471693</c:v>
                </c:pt>
                <c:pt idx="147">
                  <c:v>0.72930100036508694</c:v>
                </c:pt>
                <c:pt idx="148">
                  <c:v>0.78040586675408552</c:v>
                </c:pt>
                <c:pt idx="149">
                  <c:v>0.6698505539376638</c:v>
                </c:pt>
                <c:pt idx="150">
                  <c:v>0.70731255690647488</c:v>
                </c:pt>
                <c:pt idx="151">
                  <c:v>0.67555982809606729</c:v>
                </c:pt>
                <c:pt idx="152">
                  <c:v>0.70294499492911899</c:v>
                </c:pt>
                <c:pt idx="153">
                  <c:v>0.68353890357154823</c:v>
                </c:pt>
                <c:pt idx="154">
                  <c:v>0.63903816289340165</c:v>
                </c:pt>
                <c:pt idx="155">
                  <c:v>0.61575236201433425</c:v>
                </c:pt>
                <c:pt idx="156">
                  <c:v>0.62728407654716034</c:v>
                </c:pt>
                <c:pt idx="157">
                  <c:v>0.65627963839090719</c:v>
                </c:pt>
                <c:pt idx="158">
                  <c:v>0.67733455870949155</c:v>
                </c:pt>
                <c:pt idx="159">
                  <c:v>0.70086572665939129</c:v>
                </c:pt>
                <c:pt idx="160">
                  <c:v>0.6939390764246427</c:v>
                </c:pt>
                <c:pt idx="161">
                  <c:v>0.67830033487880503</c:v>
                </c:pt>
                <c:pt idx="162">
                  <c:v>0.68367684814970031</c:v>
                </c:pt>
                <c:pt idx="163">
                  <c:v>0.70229048092942059</c:v>
                </c:pt>
                <c:pt idx="164">
                  <c:v>0.70634810354163824</c:v>
                </c:pt>
                <c:pt idx="165">
                  <c:v>0.67408350236646808</c:v>
                </c:pt>
                <c:pt idx="166">
                  <c:v>0.67891278008189604</c:v>
                </c:pt>
                <c:pt idx="167">
                  <c:v>0.67564966673945692</c:v>
                </c:pt>
                <c:pt idx="168">
                  <c:v>0.72954363865543415</c:v>
                </c:pt>
                <c:pt idx="169">
                  <c:v>0.81355947043435195</c:v>
                </c:pt>
                <c:pt idx="170">
                  <c:v>0.88072033213814982</c:v>
                </c:pt>
                <c:pt idx="171">
                  <c:v>0.92301844418494372</c:v>
                </c:pt>
                <c:pt idx="172">
                  <c:v>0.9292410434599383</c:v>
                </c:pt>
                <c:pt idx="173">
                  <c:v>0.93287495778497254</c:v>
                </c:pt>
                <c:pt idx="174">
                  <c:v>0.92856132671634162</c:v>
                </c:pt>
                <c:pt idx="175">
                  <c:v>0.85585103320544687</c:v>
                </c:pt>
                <c:pt idx="176">
                  <c:v>0.89904906518282668</c:v>
                </c:pt>
                <c:pt idx="177">
                  <c:v>0.9416296495024461</c:v>
                </c:pt>
                <c:pt idx="178">
                  <c:v>0.94009006415702057</c:v>
                </c:pt>
                <c:pt idx="179">
                  <c:v>0.96085496308061991</c:v>
                </c:pt>
                <c:pt idx="180">
                  <c:v>0.91467212181180346</c:v>
                </c:pt>
                <c:pt idx="181">
                  <c:v>0.91991216884134097</c:v>
                </c:pt>
                <c:pt idx="182">
                  <c:v>0.98706828411051462</c:v>
                </c:pt>
                <c:pt idx="183">
                  <c:v>1.0277027353037509</c:v>
                </c:pt>
                <c:pt idx="184">
                  <c:v>1.013584983333049</c:v>
                </c:pt>
                <c:pt idx="185">
                  <c:v>1.010544208225876</c:v>
                </c:pt>
                <c:pt idx="186">
                  <c:v>1.0632508545809369</c:v>
                </c:pt>
                <c:pt idx="187">
                  <c:v>1.023103816983491</c:v>
                </c:pt>
                <c:pt idx="188">
                  <c:v>1.0650860457305731</c:v>
                </c:pt>
                <c:pt idx="189">
                  <c:v>0.99329038955275128</c:v>
                </c:pt>
                <c:pt idx="190">
                  <c:v>0.96684368039151503</c:v>
                </c:pt>
                <c:pt idx="191">
                  <c:v>1.0313183016078911</c:v>
                </c:pt>
                <c:pt idx="192">
                  <c:v>1.0210693881582871</c:v>
                </c:pt>
                <c:pt idx="193">
                  <c:v>1.0088614559099791</c:v>
                </c:pt>
                <c:pt idx="194">
                  <c:v>1.0205769086280789</c:v>
                </c:pt>
                <c:pt idx="195">
                  <c:v>1.021171674952952</c:v>
                </c:pt>
                <c:pt idx="196">
                  <c:v>1.050885776210372</c:v>
                </c:pt>
                <c:pt idx="197">
                  <c:v>1.05471655534525</c:v>
                </c:pt>
                <c:pt idx="198">
                  <c:v>1.0127160615626369</c:v>
                </c:pt>
                <c:pt idx="199">
                  <c:v>1.0060932312690101</c:v>
                </c:pt>
                <c:pt idx="200">
                  <c:v>0.94132895921084292</c:v>
                </c:pt>
                <c:pt idx="201">
                  <c:v>0.96350874167293343</c:v>
                </c:pt>
                <c:pt idx="202">
                  <c:v>1.000527408958825</c:v>
                </c:pt>
                <c:pt idx="203">
                  <c:v>0.99690062498487042</c:v>
                </c:pt>
                <c:pt idx="204">
                  <c:v>1.1101401311071051</c:v>
                </c:pt>
                <c:pt idx="205">
                  <c:v>1.071725558306251</c:v>
                </c:pt>
                <c:pt idx="206">
                  <c:v>1.102030131890865</c:v>
                </c:pt>
                <c:pt idx="207">
                  <c:v>1.168816270860584</c:v>
                </c:pt>
                <c:pt idx="208">
                  <c:v>1.1730476114578701</c:v>
                </c:pt>
                <c:pt idx="209">
                  <c:v>1.0922704483661181</c:v>
                </c:pt>
                <c:pt idx="210">
                  <c:v>1.0618275636014869</c:v>
                </c:pt>
                <c:pt idx="211">
                  <c:v>1.0926112738085869</c:v>
                </c:pt>
                <c:pt idx="212">
                  <c:v>1.103869168646392</c:v>
                </c:pt>
                <c:pt idx="213">
                  <c:v>0.88608605137835317</c:v>
                </c:pt>
                <c:pt idx="214">
                  <c:v>0.96341754469063501</c:v>
                </c:pt>
                <c:pt idx="215">
                  <c:v>0.96834185677453621</c:v>
                </c:pt>
                <c:pt idx="216">
                  <c:v>1.073034134848895</c:v>
                </c:pt>
                <c:pt idx="217">
                  <c:v>1.057466879843018</c:v>
                </c:pt>
                <c:pt idx="218">
                  <c:v>1.042316935195444</c:v>
                </c:pt>
                <c:pt idx="219">
                  <c:v>1.091373992609733</c:v>
                </c:pt>
                <c:pt idx="220">
                  <c:v>1.02036822449255</c:v>
                </c:pt>
                <c:pt idx="221">
                  <c:v>1.0494139625879599</c:v>
                </c:pt>
                <c:pt idx="222">
                  <c:v>0.94356913734801551</c:v>
                </c:pt>
                <c:pt idx="223">
                  <c:v>0.93111003128508019</c:v>
                </c:pt>
                <c:pt idx="224">
                  <c:v>0.9781189149558347</c:v>
                </c:pt>
                <c:pt idx="225">
                  <c:v>0.97150551910722338</c:v>
                </c:pt>
                <c:pt idx="226">
                  <c:v>0.96849351337470579</c:v>
                </c:pt>
                <c:pt idx="227">
                  <c:v>1.001932024654407</c:v>
                </c:pt>
                <c:pt idx="228">
                  <c:v>0.95734087430955372</c:v>
                </c:pt>
                <c:pt idx="229">
                  <c:v>0.87843708821981048</c:v>
                </c:pt>
                <c:pt idx="230">
                  <c:v>0.70187117406343058</c:v>
                </c:pt>
                <c:pt idx="231">
                  <c:v>0.88124341319160726</c:v>
                </c:pt>
                <c:pt idx="232">
                  <c:v>0.95630349514162771</c:v>
                </c:pt>
                <c:pt idx="233">
                  <c:v>0.94903614520633628</c:v>
                </c:pt>
                <c:pt idx="234">
                  <c:v>1.042872913519151</c:v>
                </c:pt>
                <c:pt idx="235">
                  <c:v>1.072623678287278</c:v>
                </c:pt>
                <c:pt idx="236">
                  <c:v>1.1086989068603279</c:v>
                </c:pt>
                <c:pt idx="237">
                  <c:v>1.0846680024316619</c:v>
                </c:pt>
                <c:pt idx="238">
                  <c:v>1.1928239529336591</c:v>
                </c:pt>
                <c:pt idx="239">
                  <c:v>1.251134816492421</c:v>
                </c:pt>
                <c:pt idx="240">
                  <c:v>1.255930441763025</c:v>
                </c:pt>
                <c:pt idx="241">
                  <c:v>1.276476813210971</c:v>
                </c:pt>
                <c:pt idx="242">
                  <c:v>1.3409083048602739</c:v>
                </c:pt>
                <c:pt idx="243">
                  <c:v>1.413051590751097</c:v>
                </c:pt>
                <c:pt idx="244">
                  <c:v>1.4397319441967411</c:v>
                </c:pt>
                <c:pt idx="245">
                  <c:v>1.501937233416262</c:v>
                </c:pt>
                <c:pt idx="246">
                  <c:v>1.474988497204375</c:v>
                </c:pt>
                <c:pt idx="247">
                  <c:v>1.4515840483008089</c:v>
                </c:pt>
                <c:pt idx="248">
                  <c:v>1.437963624933486</c:v>
                </c:pt>
                <c:pt idx="249">
                  <c:v>1.42305833407225</c:v>
                </c:pt>
                <c:pt idx="250">
                  <c:v>1.2998864256868561</c:v>
                </c:pt>
                <c:pt idx="251">
                  <c:v>1.418537608060638</c:v>
                </c:pt>
                <c:pt idx="252">
                  <c:v>1.3126130714397599</c:v>
                </c:pt>
                <c:pt idx="253">
                  <c:v>1.342643779414042</c:v>
                </c:pt>
                <c:pt idx="254">
                  <c:v>1.410007257333606</c:v>
                </c:pt>
                <c:pt idx="255">
                  <c:v>1.4197235795618459</c:v>
                </c:pt>
                <c:pt idx="256">
                  <c:v>1.4080101195107</c:v>
                </c:pt>
                <c:pt idx="257">
                  <c:v>1.2336003146039329</c:v>
                </c:pt>
                <c:pt idx="258">
                  <c:v>1.282359763480172</c:v>
                </c:pt>
                <c:pt idx="259">
                  <c:v>1.2962839011843481</c:v>
                </c:pt>
                <c:pt idx="260">
                  <c:v>1.113270135214802</c:v>
                </c:pt>
                <c:pt idx="261">
                  <c:v>1.1263600586288329</c:v>
                </c:pt>
                <c:pt idx="262">
                  <c:v>1.219541716955072</c:v>
                </c:pt>
                <c:pt idx="263">
                  <c:v>1.142685891384329</c:v>
                </c:pt>
                <c:pt idx="264">
                  <c:v>1.230766540721407</c:v>
                </c:pt>
                <c:pt idx="265">
                  <c:v>1.240080905692579</c:v>
                </c:pt>
                <c:pt idx="266">
                  <c:v>1.2633406257231889</c:v>
                </c:pt>
                <c:pt idx="267">
                  <c:v>1.2654506188970529</c:v>
                </c:pt>
                <c:pt idx="268">
                  <c:v>1.2969480652862859</c:v>
                </c:pt>
                <c:pt idx="269">
                  <c:v>1.2939431626041371</c:v>
                </c:pt>
                <c:pt idx="270">
                  <c:v>1.2441583645951531</c:v>
                </c:pt>
                <c:pt idx="271">
                  <c:v>1.2408261851333411</c:v>
                </c:pt>
                <c:pt idx="272">
                  <c:v>1.175600053276675</c:v>
                </c:pt>
                <c:pt idx="273">
                  <c:v>1.080611795653367</c:v>
                </c:pt>
                <c:pt idx="274">
                  <c:v>1.1758976190598249</c:v>
                </c:pt>
                <c:pt idx="275">
                  <c:v>1.2087023307128391</c:v>
                </c:pt>
                <c:pt idx="276">
                  <c:v>1.1718759146026481</c:v>
                </c:pt>
                <c:pt idx="277">
                  <c:v>1.207687746047271</c:v>
                </c:pt>
                <c:pt idx="278">
                  <c:v>1.2149364084683301</c:v>
                </c:pt>
                <c:pt idx="279">
                  <c:v>1.200152764155332</c:v>
                </c:pt>
                <c:pt idx="280">
                  <c:v>1.195254702229485</c:v>
                </c:pt>
                <c:pt idx="281">
                  <c:v>1.186718311054515</c:v>
                </c:pt>
                <c:pt idx="282">
                  <c:v>1.141272791762288</c:v>
                </c:pt>
                <c:pt idx="283">
                  <c:v>1.1053803559842641</c:v>
                </c:pt>
                <c:pt idx="284">
                  <c:v>1.0915021264671081</c:v>
                </c:pt>
                <c:pt idx="285">
                  <c:v>1.0429681326763469</c:v>
                </c:pt>
                <c:pt idx="286">
                  <c:v>0.98764422408215824</c:v>
                </c:pt>
                <c:pt idx="287">
                  <c:v>0.99634013267512966</c:v>
                </c:pt>
                <c:pt idx="288">
                  <c:v>1.035645297889187</c:v>
                </c:pt>
                <c:pt idx="289">
                  <c:v>1.0504804754035071</c:v>
                </c:pt>
                <c:pt idx="290">
                  <c:v>0.98839281626245168</c:v>
                </c:pt>
                <c:pt idx="291">
                  <c:v>1.0620248338918219</c:v>
                </c:pt>
                <c:pt idx="292">
                  <c:v>1.0902892383362961</c:v>
                </c:pt>
                <c:pt idx="293">
                  <c:v>1.130258203368234</c:v>
                </c:pt>
                <c:pt idx="294">
                  <c:v>1.147822652414584</c:v>
                </c:pt>
                <c:pt idx="295">
                  <c:v>1.1204144953994051</c:v>
                </c:pt>
                <c:pt idx="296">
                  <c:v>1.1372609412701269</c:v>
                </c:pt>
                <c:pt idx="297">
                  <c:v>1.157552982704831</c:v>
                </c:pt>
                <c:pt idx="298">
                  <c:v>1.140481273747163</c:v>
                </c:pt>
                <c:pt idx="299">
                  <c:v>1.173558258409573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77-42A2-AE53-4E59CD692066}"/>
            </c:ext>
          </c:extLst>
        </c:ser>
        <c:ser>
          <c:idx val="2"/>
          <c:order val="2"/>
          <c:tx>
            <c:strRef>
              <c:f>log_cum!$D$1</c:f>
              <c:strCache>
                <c:ptCount val="1"/>
                <c:pt idx="0">
                  <c:v>Q(3/5)</c:v>
                </c:pt>
              </c:strCache>
            </c:strRef>
          </c:tx>
          <c:spPr>
            <a:ln w="254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log_cum!$G$2:$G$301</c:f>
              <c:numCache>
                <c:formatCode>General</c:formatCode>
                <c:ptCount val="300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log_cum!$D$2:$D$302</c:f>
              <c:numCache>
                <c:formatCode>General</c:formatCode>
                <c:ptCount val="301"/>
                <c:pt idx="0">
                  <c:v>0.3347147458377745</c:v>
                </c:pt>
                <c:pt idx="1">
                  <c:v>0.37507396241714491</c:v>
                </c:pt>
                <c:pt idx="2">
                  <c:v>0.27757575851764532</c:v>
                </c:pt>
                <c:pt idx="3">
                  <c:v>0.32637346972712838</c:v>
                </c:pt>
                <c:pt idx="4">
                  <c:v>0.43618774495376811</c:v>
                </c:pt>
                <c:pt idx="5">
                  <c:v>0.44061451791874978</c:v>
                </c:pt>
                <c:pt idx="6">
                  <c:v>0.31884623184259092</c:v>
                </c:pt>
                <c:pt idx="7">
                  <c:v>0.2426660603670667</c:v>
                </c:pt>
                <c:pt idx="8">
                  <c:v>6.4901434297074678E-2</c:v>
                </c:pt>
                <c:pt idx="9">
                  <c:v>0.2424960538277921</c:v>
                </c:pt>
                <c:pt idx="10">
                  <c:v>0.32815693084367809</c:v>
                </c:pt>
                <c:pt idx="11">
                  <c:v>0.32966841363563087</c:v>
                </c:pt>
                <c:pt idx="12">
                  <c:v>0.43387148725872848</c:v>
                </c:pt>
                <c:pt idx="13">
                  <c:v>0.48320155593952141</c:v>
                </c:pt>
                <c:pt idx="14">
                  <c:v>0.58673623934009067</c:v>
                </c:pt>
                <c:pt idx="15">
                  <c:v>0.39044880210891192</c:v>
                </c:pt>
                <c:pt idx="16">
                  <c:v>0.33473864076052862</c:v>
                </c:pt>
                <c:pt idx="17">
                  <c:v>0.23165584374873169</c:v>
                </c:pt>
                <c:pt idx="18">
                  <c:v>0.2055131732189435</c:v>
                </c:pt>
                <c:pt idx="19">
                  <c:v>0.2440206977185097</c:v>
                </c:pt>
                <c:pt idx="20">
                  <c:v>5.8067095824019137E-2</c:v>
                </c:pt>
                <c:pt idx="21">
                  <c:v>0.1038245370092015</c:v>
                </c:pt>
                <c:pt idx="22">
                  <c:v>0.13144509436990739</c:v>
                </c:pt>
                <c:pt idx="23">
                  <c:v>8.4332902027427076E-3</c:v>
                </c:pt>
                <c:pt idx="24">
                  <c:v>-3.2916891872205992E-2</c:v>
                </c:pt>
                <c:pt idx="25">
                  <c:v>-3.8692599681347223E-2</c:v>
                </c:pt>
                <c:pt idx="26">
                  <c:v>-0.16314083175700181</c:v>
                </c:pt>
                <c:pt idx="27">
                  <c:v>-5.0673903523672181E-2</c:v>
                </c:pt>
                <c:pt idx="28">
                  <c:v>3.5547094889473302E-2</c:v>
                </c:pt>
                <c:pt idx="29">
                  <c:v>9.2179417699389338E-2</c:v>
                </c:pt>
                <c:pt idx="30">
                  <c:v>8.1917174328896697E-2</c:v>
                </c:pt>
                <c:pt idx="31">
                  <c:v>8.3049932855704223E-2</c:v>
                </c:pt>
                <c:pt idx="32">
                  <c:v>1.7747861516377899E-2</c:v>
                </c:pt>
                <c:pt idx="33">
                  <c:v>-1.0688235023511359E-3</c:v>
                </c:pt>
                <c:pt idx="34">
                  <c:v>5.6653448570477931E-3</c:v>
                </c:pt>
                <c:pt idx="35">
                  <c:v>4.2438058961739557E-2</c:v>
                </c:pt>
                <c:pt idx="36">
                  <c:v>1.2643709995036059E-4</c:v>
                </c:pt>
                <c:pt idx="37">
                  <c:v>3.9022790214188461E-3</c:v>
                </c:pt>
                <c:pt idx="38">
                  <c:v>7.2663132781817241E-3</c:v>
                </c:pt>
                <c:pt idx="39">
                  <c:v>4.3626746672793773E-2</c:v>
                </c:pt>
                <c:pt idx="40">
                  <c:v>-6.8493229193584471E-2</c:v>
                </c:pt>
                <c:pt idx="41">
                  <c:v>-0.1062721003956183</c:v>
                </c:pt>
                <c:pt idx="42">
                  <c:v>-0.171827826504409</c:v>
                </c:pt>
                <c:pt idx="43">
                  <c:v>-0.1137235048016448</c:v>
                </c:pt>
                <c:pt idx="44">
                  <c:v>-0.10374046512806639</c:v>
                </c:pt>
                <c:pt idx="45">
                  <c:v>-9.8938406384130873E-2</c:v>
                </c:pt>
                <c:pt idx="46">
                  <c:v>-3.0545395759113289E-2</c:v>
                </c:pt>
                <c:pt idx="47">
                  <c:v>1.192548053049082E-2</c:v>
                </c:pt>
                <c:pt idx="48">
                  <c:v>0.23318791277902709</c:v>
                </c:pt>
                <c:pt idx="49">
                  <c:v>0.35682181034296467</c:v>
                </c:pt>
                <c:pt idx="50">
                  <c:v>0.28153846424170281</c:v>
                </c:pt>
                <c:pt idx="51">
                  <c:v>0.23964987064553481</c:v>
                </c:pt>
                <c:pt idx="52">
                  <c:v>0.32768468325764177</c:v>
                </c:pt>
                <c:pt idx="53">
                  <c:v>0.42102827179987817</c:v>
                </c:pt>
                <c:pt idx="54">
                  <c:v>0.54947589824018084</c:v>
                </c:pt>
                <c:pt idx="55">
                  <c:v>0.50769289125568695</c:v>
                </c:pt>
                <c:pt idx="56">
                  <c:v>0.64353953206320558</c:v>
                </c:pt>
                <c:pt idx="57">
                  <c:v>0.699792713761621</c:v>
                </c:pt>
                <c:pt idx="58">
                  <c:v>0.85777722072360618</c:v>
                </c:pt>
                <c:pt idx="59">
                  <c:v>0.87882447267639396</c:v>
                </c:pt>
                <c:pt idx="60">
                  <c:v>0.83592797922126205</c:v>
                </c:pt>
                <c:pt idx="61">
                  <c:v>0.82803633310163149</c:v>
                </c:pt>
                <c:pt idx="62">
                  <c:v>0.82087371714521096</c:v>
                </c:pt>
                <c:pt idx="63">
                  <c:v>0.85799304715829361</c:v>
                </c:pt>
                <c:pt idx="64">
                  <c:v>0.76973921755049546</c:v>
                </c:pt>
                <c:pt idx="65">
                  <c:v>0.71480931548127102</c:v>
                </c:pt>
                <c:pt idx="66">
                  <c:v>0.69102510106664317</c:v>
                </c:pt>
                <c:pt idx="67">
                  <c:v>0.74079021598095351</c:v>
                </c:pt>
                <c:pt idx="68">
                  <c:v>0.78080450293068693</c:v>
                </c:pt>
                <c:pt idx="69">
                  <c:v>0.77340958047847841</c:v>
                </c:pt>
                <c:pt idx="70">
                  <c:v>0.83876116898133757</c:v>
                </c:pt>
                <c:pt idx="71">
                  <c:v>0.82113366787390385</c:v>
                </c:pt>
                <c:pt idx="72">
                  <c:v>0.78259313137696496</c:v>
                </c:pt>
                <c:pt idx="73">
                  <c:v>0.83634140551703673</c:v>
                </c:pt>
                <c:pt idx="74">
                  <c:v>0.92423192022235667</c:v>
                </c:pt>
                <c:pt idx="75">
                  <c:v>0.992848795426443</c:v>
                </c:pt>
                <c:pt idx="76">
                  <c:v>1.115294045612419</c:v>
                </c:pt>
                <c:pt idx="77">
                  <c:v>1.159824976657819</c:v>
                </c:pt>
                <c:pt idx="78">
                  <c:v>1.2092070143191771</c:v>
                </c:pt>
                <c:pt idx="79">
                  <c:v>1.1739886958629939</c:v>
                </c:pt>
                <c:pt idx="80">
                  <c:v>1.178382328340718</c:v>
                </c:pt>
                <c:pt idx="81">
                  <c:v>1.137549134183665</c:v>
                </c:pt>
                <c:pt idx="82">
                  <c:v>1.060280112112395</c:v>
                </c:pt>
                <c:pt idx="83">
                  <c:v>1.05292057346978</c:v>
                </c:pt>
                <c:pt idx="84">
                  <c:v>0.93498936765901852</c:v>
                </c:pt>
                <c:pt idx="85">
                  <c:v>1.026590688890358</c:v>
                </c:pt>
                <c:pt idx="86">
                  <c:v>1.0033300643810621</c:v>
                </c:pt>
                <c:pt idx="87">
                  <c:v>1.021046465440794</c:v>
                </c:pt>
                <c:pt idx="88">
                  <c:v>1.033604216947511</c:v>
                </c:pt>
                <c:pt idx="89">
                  <c:v>0.97827228262176591</c:v>
                </c:pt>
                <c:pt idx="90">
                  <c:v>0.884311981151783</c:v>
                </c:pt>
                <c:pt idx="91">
                  <c:v>0.7725721311967878</c:v>
                </c:pt>
                <c:pt idx="92">
                  <c:v>0.71027086480425217</c:v>
                </c:pt>
                <c:pt idx="93">
                  <c:v>0.38467944868572351</c:v>
                </c:pt>
                <c:pt idx="94">
                  <c:v>0.3773894745715356</c:v>
                </c:pt>
                <c:pt idx="95">
                  <c:v>0.48918368260618161</c:v>
                </c:pt>
                <c:pt idx="96">
                  <c:v>0.56776857849902029</c:v>
                </c:pt>
                <c:pt idx="97">
                  <c:v>0.5707585164285901</c:v>
                </c:pt>
                <c:pt idx="98">
                  <c:v>0.7063022414294311</c:v>
                </c:pt>
                <c:pt idx="99">
                  <c:v>0.90292556844917915</c:v>
                </c:pt>
                <c:pt idx="100">
                  <c:v>0.95505765826485645</c:v>
                </c:pt>
                <c:pt idx="101">
                  <c:v>0.90341036438727784</c:v>
                </c:pt>
                <c:pt idx="102">
                  <c:v>0.94449771679540295</c:v>
                </c:pt>
                <c:pt idx="103">
                  <c:v>0.96807551069710829</c:v>
                </c:pt>
                <c:pt idx="104">
                  <c:v>0.96037430415788605</c:v>
                </c:pt>
                <c:pt idx="105">
                  <c:v>0.91615099020009927</c:v>
                </c:pt>
                <c:pt idx="106">
                  <c:v>0.88159058802145596</c:v>
                </c:pt>
                <c:pt idx="107">
                  <c:v>1.0034320131078469</c:v>
                </c:pt>
                <c:pt idx="108">
                  <c:v>0.97250062102882562</c:v>
                </c:pt>
                <c:pt idx="109">
                  <c:v>0.99491008255822766</c:v>
                </c:pt>
                <c:pt idx="110">
                  <c:v>1.0358283247418381</c:v>
                </c:pt>
                <c:pt idx="111">
                  <c:v>1.056696566395166</c:v>
                </c:pt>
                <c:pt idx="112">
                  <c:v>0.9995052703615761</c:v>
                </c:pt>
                <c:pt idx="113">
                  <c:v>1.011000817832266</c:v>
                </c:pt>
                <c:pt idx="114">
                  <c:v>1.0245121031719691</c:v>
                </c:pt>
                <c:pt idx="115">
                  <c:v>1.0164841074594659</c:v>
                </c:pt>
                <c:pt idx="116">
                  <c:v>1.068742118734221</c:v>
                </c:pt>
                <c:pt idx="117">
                  <c:v>1.144412760684276</c:v>
                </c:pt>
                <c:pt idx="118">
                  <c:v>1.069205811076992</c:v>
                </c:pt>
                <c:pt idx="119">
                  <c:v>1.1112287691459091</c:v>
                </c:pt>
                <c:pt idx="120">
                  <c:v>1.128932705619623</c:v>
                </c:pt>
                <c:pt idx="121">
                  <c:v>1.084544721176953</c:v>
                </c:pt>
                <c:pt idx="122">
                  <c:v>1.146983092788314</c:v>
                </c:pt>
                <c:pt idx="123">
                  <c:v>1.16318570453974</c:v>
                </c:pt>
                <c:pt idx="124">
                  <c:v>1.114315090842156</c:v>
                </c:pt>
                <c:pt idx="125">
                  <c:v>1.1094707450665</c:v>
                </c:pt>
                <c:pt idx="126">
                  <c:v>1.1823642640763721</c:v>
                </c:pt>
                <c:pt idx="127">
                  <c:v>1.081636146136111</c:v>
                </c:pt>
                <c:pt idx="128">
                  <c:v>0.96522727888807203</c:v>
                </c:pt>
                <c:pt idx="129">
                  <c:v>1.07161498428805</c:v>
                </c:pt>
                <c:pt idx="130">
                  <c:v>1.0792088078838289</c:v>
                </c:pt>
                <c:pt idx="131">
                  <c:v>1.1328650063261849</c:v>
                </c:pt>
                <c:pt idx="132">
                  <c:v>1.194938675577754</c:v>
                </c:pt>
                <c:pt idx="133">
                  <c:v>1.3175767483234619</c:v>
                </c:pt>
                <c:pt idx="134">
                  <c:v>1.277800581424005</c:v>
                </c:pt>
                <c:pt idx="135">
                  <c:v>1.2101538847049409</c:v>
                </c:pt>
                <c:pt idx="136">
                  <c:v>1.1704200483310421</c:v>
                </c:pt>
                <c:pt idx="137">
                  <c:v>1.2153218298593911</c:v>
                </c:pt>
                <c:pt idx="138">
                  <c:v>1.194253080345745</c:v>
                </c:pt>
                <c:pt idx="139">
                  <c:v>1.2657081082184301</c:v>
                </c:pt>
                <c:pt idx="140">
                  <c:v>1.3093969108766399</c:v>
                </c:pt>
                <c:pt idx="141">
                  <c:v>1.276669317671389</c:v>
                </c:pt>
                <c:pt idx="142">
                  <c:v>1.2670209886540631</c:v>
                </c:pt>
                <c:pt idx="143">
                  <c:v>1.2658397665540859</c:v>
                </c:pt>
                <c:pt idx="144">
                  <c:v>1.3001502716837881</c:v>
                </c:pt>
                <c:pt idx="145">
                  <c:v>1.345360913195651</c:v>
                </c:pt>
                <c:pt idx="146">
                  <c:v>1.386426553139553</c:v>
                </c:pt>
                <c:pt idx="147">
                  <c:v>1.424876585449411</c:v>
                </c:pt>
                <c:pt idx="148">
                  <c:v>1.4548376550576481</c:v>
                </c:pt>
                <c:pt idx="149">
                  <c:v>1.349498644316431</c:v>
                </c:pt>
                <c:pt idx="150">
                  <c:v>1.399357908059822</c:v>
                </c:pt>
                <c:pt idx="151">
                  <c:v>1.3657474462696519</c:v>
                </c:pt>
                <c:pt idx="152">
                  <c:v>1.395355561240994</c:v>
                </c:pt>
                <c:pt idx="153">
                  <c:v>1.390500123497544</c:v>
                </c:pt>
                <c:pt idx="154">
                  <c:v>1.369023601402324</c:v>
                </c:pt>
                <c:pt idx="155">
                  <c:v>1.346695398925345</c:v>
                </c:pt>
                <c:pt idx="156">
                  <c:v>1.370463270698582</c:v>
                </c:pt>
                <c:pt idx="157">
                  <c:v>1.403607413893851</c:v>
                </c:pt>
                <c:pt idx="158">
                  <c:v>1.4542364645561909</c:v>
                </c:pt>
                <c:pt idx="159">
                  <c:v>1.4761161047972819</c:v>
                </c:pt>
                <c:pt idx="160">
                  <c:v>1.4739118394710149</c:v>
                </c:pt>
                <c:pt idx="161">
                  <c:v>1.4658615093095171</c:v>
                </c:pt>
                <c:pt idx="162">
                  <c:v>1.4550759420136159</c:v>
                </c:pt>
                <c:pt idx="163">
                  <c:v>1.494592055357614</c:v>
                </c:pt>
                <c:pt idx="164">
                  <c:v>1.491651057677196</c:v>
                </c:pt>
                <c:pt idx="165">
                  <c:v>1.4623369365850469</c:v>
                </c:pt>
                <c:pt idx="166">
                  <c:v>1.45314568211527</c:v>
                </c:pt>
                <c:pt idx="167">
                  <c:v>1.451281074328364</c:v>
                </c:pt>
                <c:pt idx="168">
                  <c:v>1.518822146646716</c:v>
                </c:pt>
                <c:pt idx="169">
                  <c:v>1.5799314951795911</c:v>
                </c:pt>
                <c:pt idx="170">
                  <c:v>1.6374687357933551</c:v>
                </c:pt>
                <c:pt idx="171">
                  <c:v>1.6923452832893251</c:v>
                </c:pt>
                <c:pt idx="172">
                  <c:v>1.717684370341739</c:v>
                </c:pt>
                <c:pt idx="173">
                  <c:v>1.728727710034079</c:v>
                </c:pt>
                <c:pt idx="174">
                  <c:v>1.725045825640489</c:v>
                </c:pt>
                <c:pt idx="175">
                  <c:v>1.6713947542990411</c:v>
                </c:pt>
                <c:pt idx="176">
                  <c:v>1.7091985977273261</c:v>
                </c:pt>
                <c:pt idx="177">
                  <c:v>1.7288231202549329</c:v>
                </c:pt>
                <c:pt idx="178">
                  <c:v>1.736553659613207</c:v>
                </c:pt>
                <c:pt idx="179">
                  <c:v>1.771743937329441</c:v>
                </c:pt>
                <c:pt idx="180">
                  <c:v>1.728118839214833</c:v>
                </c:pt>
                <c:pt idx="181">
                  <c:v>1.7359160095887429</c:v>
                </c:pt>
                <c:pt idx="182">
                  <c:v>1.8029573181789409</c:v>
                </c:pt>
                <c:pt idx="183">
                  <c:v>1.8449798207465931</c:v>
                </c:pt>
                <c:pt idx="184">
                  <c:v>1.8313496566184391</c:v>
                </c:pt>
                <c:pt idx="185">
                  <c:v>1.8107948681635699</c:v>
                </c:pt>
                <c:pt idx="186">
                  <c:v>1.8787378912137449</c:v>
                </c:pt>
                <c:pt idx="187">
                  <c:v>1.849180820166856</c:v>
                </c:pt>
                <c:pt idx="188">
                  <c:v>1.879226059755964</c:v>
                </c:pt>
                <c:pt idx="189">
                  <c:v>1.805691032149207</c:v>
                </c:pt>
                <c:pt idx="190">
                  <c:v>1.78633172634284</c:v>
                </c:pt>
                <c:pt idx="191">
                  <c:v>1.8382523500239969</c:v>
                </c:pt>
                <c:pt idx="192">
                  <c:v>1.821147086545946</c:v>
                </c:pt>
                <c:pt idx="193">
                  <c:v>1.813653640227272</c:v>
                </c:pt>
                <c:pt idx="194">
                  <c:v>1.8221556654784721</c:v>
                </c:pt>
                <c:pt idx="195">
                  <c:v>1.815798432852145</c:v>
                </c:pt>
                <c:pt idx="196">
                  <c:v>1.855022140274704</c:v>
                </c:pt>
                <c:pt idx="197">
                  <c:v>1.8583923563920841</c:v>
                </c:pt>
                <c:pt idx="198">
                  <c:v>1.8194147925530291</c:v>
                </c:pt>
                <c:pt idx="199">
                  <c:v>1.816536425698926</c:v>
                </c:pt>
                <c:pt idx="200">
                  <c:v>1.759452502245852</c:v>
                </c:pt>
                <c:pt idx="201">
                  <c:v>1.789532362089244</c:v>
                </c:pt>
                <c:pt idx="202">
                  <c:v>1.829159457277731</c:v>
                </c:pt>
                <c:pt idx="203">
                  <c:v>1.8218960174037471</c:v>
                </c:pt>
                <c:pt idx="204">
                  <c:v>1.927606565332407</c:v>
                </c:pt>
                <c:pt idx="205">
                  <c:v>1.883408063063613</c:v>
                </c:pt>
                <c:pt idx="206">
                  <c:v>1.885273052579729</c:v>
                </c:pt>
                <c:pt idx="207">
                  <c:v>1.931354581682267</c:v>
                </c:pt>
                <c:pt idx="208">
                  <c:v>1.956292884793944</c:v>
                </c:pt>
                <c:pt idx="209">
                  <c:v>1.872887963375381</c:v>
                </c:pt>
                <c:pt idx="210">
                  <c:v>1.847972743253347</c:v>
                </c:pt>
                <c:pt idx="211">
                  <c:v>1.8813717486259931</c:v>
                </c:pt>
                <c:pt idx="212">
                  <c:v>1.884771288114546</c:v>
                </c:pt>
                <c:pt idx="213">
                  <c:v>1.655708251016919</c:v>
                </c:pt>
                <c:pt idx="214">
                  <c:v>1.740109758689919</c:v>
                </c:pt>
                <c:pt idx="215">
                  <c:v>1.756846276065289</c:v>
                </c:pt>
                <c:pt idx="216">
                  <c:v>1.8462307114113099</c:v>
                </c:pt>
                <c:pt idx="217">
                  <c:v>1.8494787320800099</c:v>
                </c:pt>
                <c:pt idx="218">
                  <c:v>1.847814998402129</c:v>
                </c:pt>
                <c:pt idx="219">
                  <c:v>1.8974010293516981</c:v>
                </c:pt>
                <c:pt idx="220">
                  <c:v>1.8383478231169861</c:v>
                </c:pt>
                <c:pt idx="221">
                  <c:v>1.8703417052685669</c:v>
                </c:pt>
                <c:pt idx="222">
                  <c:v>1.7696540677461581</c:v>
                </c:pt>
                <c:pt idx="223">
                  <c:v>1.7564559018110659</c:v>
                </c:pt>
                <c:pt idx="224">
                  <c:v>1.797546648852401</c:v>
                </c:pt>
                <c:pt idx="225">
                  <c:v>1.7937133169362109</c:v>
                </c:pt>
                <c:pt idx="226">
                  <c:v>1.7831925765402199</c:v>
                </c:pt>
                <c:pt idx="227">
                  <c:v>1.8273244700407361</c:v>
                </c:pt>
                <c:pt idx="228">
                  <c:v>1.779193076663915</c:v>
                </c:pt>
                <c:pt idx="229">
                  <c:v>1.719221169475081</c:v>
                </c:pt>
                <c:pt idx="230">
                  <c:v>1.5587083495117759</c:v>
                </c:pt>
                <c:pt idx="231">
                  <c:v>1.7574599705824689</c:v>
                </c:pt>
                <c:pt idx="232">
                  <c:v>1.84020449831851</c:v>
                </c:pt>
                <c:pt idx="233">
                  <c:v>1.8400686804888231</c:v>
                </c:pt>
                <c:pt idx="234">
                  <c:v>1.9290554706791241</c:v>
                </c:pt>
                <c:pt idx="235">
                  <c:v>1.9587106479245939</c:v>
                </c:pt>
                <c:pt idx="236">
                  <c:v>1.9974635339454161</c:v>
                </c:pt>
                <c:pt idx="237">
                  <c:v>1.967307987143553</c:v>
                </c:pt>
                <c:pt idx="238">
                  <c:v>2.092822095106456</c:v>
                </c:pt>
                <c:pt idx="239">
                  <c:v>2.1500487164887452</c:v>
                </c:pt>
                <c:pt idx="240">
                  <c:v>2.171707477135143</c:v>
                </c:pt>
                <c:pt idx="241">
                  <c:v>2.1978782319720072</c:v>
                </c:pt>
                <c:pt idx="242">
                  <c:v>2.2623678079970651</c:v>
                </c:pt>
                <c:pt idx="243">
                  <c:v>2.3164875532659499</c:v>
                </c:pt>
                <c:pt idx="244">
                  <c:v>2.3581739576036558</c:v>
                </c:pt>
                <c:pt idx="245">
                  <c:v>2.4080857179262791</c:v>
                </c:pt>
                <c:pt idx="246">
                  <c:v>2.392517425982875</c:v>
                </c:pt>
                <c:pt idx="247">
                  <c:v>2.3592608450135129</c:v>
                </c:pt>
                <c:pt idx="248">
                  <c:v>2.3472174155449892</c:v>
                </c:pt>
                <c:pt idx="249">
                  <c:v>2.3140161640063241</c:v>
                </c:pt>
                <c:pt idx="250">
                  <c:v>2.196163868782834</c:v>
                </c:pt>
                <c:pt idx="251">
                  <c:v>2.3152709869658059</c:v>
                </c:pt>
                <c:pt idx="252">
                  <c:v>2.2101635867750882</c:v>
                </c:pt>
                <c:pt idx="253">
                  <c:v>2.2470691087019969</c:v>
                </c:pt>
                <c:pt idx="254">
                  <c:v>2.335826292315998</c:v>
                </c:pt>
                <c:pt idx="255">
                  <c:v>2.3410535814774889</c:v>
                </c:pt>
                <c:pt idx="256">
                  <c:v>2.3218643348207042</c:v>
                </c:pt>
                <c:pt idx="257">
                  <c:v>2.1341441021555339</c:v>
                </c:pt>
                <c:pt idx="258">
                  <c:v>2.199806325149154</c:v>
                </c:pt>
                <c:pt idx="259">
                  <c:v>2.2114245979994762</c:v>
                </c:pt>
                <c:pt idx="260">
                  <c:v>2.0298488484380082</c:v>
                </c:pt>
                <c:pt idx="261">
                  <c:v>2.0611169275050898</c:v>
                </c:pt>
                <c:pt idx="262">
                  <c:v>2.1408540063021539</c:v>
                </c:pt>
                <c:pt idx="263">
                  <c:v>2.0732578302618792</c:v>
                </c:pt>
                <c:pt idx="264">
                  <c:v>2.1712464854214368</c:v>
                </c:pt>
                <c:pt idx="265">
                  <c:v>2.197085635071411</c:v>
                </c:pt>
                <c:pt idx="266">
                  <c:v>2.2159914975517001</c:v>
                </c:pt>
                <c:pt idx="267">
                  <c:v>2.2011185419971588</c:v>
                </c:pt>
                <c:pt idx="268">
                  <c:v>2.2461952300934782</c:v>
                </c:pt>
                <c:pt idx="269">
                  <c:v>2.2635431841218652</c:v>
                </c:pt>
                <c:pt idx="270">
                  <c:v>2.2374429201325938</c:v>
                </c:pt>
                <c:pt idx="271">
                  <c:v>2.2467413649148531</c:v>
                </c:pt>
                <c:pt idx="272">
                  <c:v>2.1879615259788698</c:v>
                </c:pt>
                <c:pt idx="273">
                  <c:v>2.1031293004165228</c:v>
                </c:pt>
                <c:pt idx="274">
                  <c:v>2.193359470095765</c:v>
                </c:pt>
                <c:pt idx="275">
                  <c:v>2.2316822932619318</c:v>
                </c:pt>
                <c:pt idx="276">
                  <c:v>2.1956533193705212</c:v>
                </c:pt>
                <c:pt idx="277">
                  <c:v>2.2187470211729261</c:v>
                </c:pt>
                <c:pt idx="278">
                  <c:v>2.2419554905663719</c:v>
                </c:pt>
                <c:pt idx="279">
                  <c:v>2.2250726862638759</c:v>
                </c:pt>
                <c:pt idx="280">
                  <c:v>2.2389338496401061</c:v>
                </c:pt>
                <c:pt idx="281">
                  <c:v>2.2369946544355872</c:v>
                </c:pt>
                <c:pt idx="282">
                  <c:v>2.1831390583203749</c:v>
                </c:pt>
                <c:pt idx="283">
                  <c:v>2.1402191765883338</c:v>
                </c:pt>
                <c:pt idx="284">
                  <c:v>2.1379914566603042</c:v>
                </c:pt>
                <c:pt idx="285">
                  <c:v>2.1066024205524618</c:v>
                </c:pt>
                <c:pt idx="286">
                  <c:v>2.0472886798885441</c:v>
                </c:pt>
                <c:pt idx="287">
                  <c:v>2.0579211438483558</c:v>
                </c:pt>
                <c:pt idx="288">
                  <c:v>2.1128772904827549</c:v>
                </c:pt>
                <c:pt idx="289">
                  <c:v>2.1296858905891498</c:v>
                </c:pt>
                <c:pt idx="290">
                  <c:v>2.0688338345614792</c:v>
                </c:pt>
                <c:pt idx="291">
                  <c:v>2.1403989825522731</c:v>
                </c:pt>
                <c:pt idx="292">
                  <c:v>2.1810309908808478</c:v>
                </c:pt>
                <c:pt idx="293">
                  <c:v>2.234911436549694</c:v>
                </c:pt>
                <c:pt idx="294">
                  <c:v>2.2394799062841719</c:v>
                </c:pt>
                <c:pt idx="295">
                  <c:v>2.2318549336408142</c:v>
                </c:pt>
                <c:pt idx="296">
                  <c:v>2.2510083954859059</c:v>
                </c:pt>
                <c:pt idx="297">
                  <c:v>2.260109331030129</c:v>
                </c:pt>
                <c:pt idx="298">
                  <c:v>2.2374396442941968</c:v>
                </c:pt>
                <c:pt idx="299">
                  <c:v>2.274734608948072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77-42A2-AE53-4E59CD692066}"/>
            </c:ext>
          </c:extLst>
        </c:ser>
        <c:ser>
          <c:idx val="3"/>
          <c:order val="3"/>
          <c:tx>
            <c:strRef>
              <c:f>log_cum!$E$1</c:f>
              <c:strCache>
                <c:ptCount val="1"/>
                <c:pt idx="0">
                  <c:v>Q(4/5)</c:v>
                </c:pt>
              </c:strCache>
            </c:strRef>
          </c:tx>
          <c:spPr>
            <a:ln w="25400" cap="rnd">
              <a:solidFill>
                <a:srgbClr val="D33387"/>
              </a:solidFill>
              <a:round/>
            </a:ln>
            <a:effectLst/>
          </c:spPr>
          <c:marker>
            <c:symbol val="none"/>
          </c:marker>
          <c:cat>
            <c:numRef>
              <c:f>log_cum!$G$2:$G$301</c:f>
              <c:numCache>
                <c:formatCode>General</c:formatCode>
                <c:ptCount val="300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log_cum!$E$2:$E$302</c:f>
              <c:numCache>
                <c:formatCode>General</c:formatCode>
                <c:ptCount val="301"/>
                <c:pt idx="0">
                  <c:v>0.34074953925822782</c:v>
                </c:pt>
                <c:pt idx="1">
                  <c:v>0.403828405713894</c:v>
                </c:pt>
                <c:pt idx="2">
                  <c:v>0.34837387592087582</c:v>
                </c:pt>
                <c:pt idx="3">
                  <c:v>0.42735981951048801</c:v>
                </c:pt>
                <c:pt idx="4">
                  <c:v>0.52846900712522604</c:v>
                </c:pt>
                <c:pt idx="5">
                  <c:v>0.51156152002918864</c:v>
                </c:pt>
                <c:pt idx="6">
                  <c:v>0.3632888360332055</c:v>
                </c:pt>
                <c:pt idx="7">
                  <c:v>0.28497967016344539</c:v>
                </c:pt>
                <c:pt idx="8">
                  <c:v>0.11916092407256131</c:v>
                </c:pt>
                <c:pt idx="9">
                  <c:v>0.27622300411656309</c:v>
                </c:pt>
                <c:pt idx="10">
                  <c:v>0.35599110283541707</c:v>
                </c:pt>
                <c:pt idx="11">
                  <c:v>0.3778642529302122</c:v>
                </c:pt>
                <c:pt idx="12">
                  <c:v>0.45456140214599039</c:v>
                </c:pt>
                <c:pt idx="13">
                  <c:v>0.48424756973298838</c:v>
                </c:pt>
                <c:pt idx="14">
                  <c:v>0.62950403414481904</c:v>
                </c:pt>
                <c:pt idx="15">
                  <c:v>0.47456846478610831</c:v>
                </c:pt>
                <c:pt idx="16">
                  <c:v>0.44218170900602599</c:v>
                </c:pt>
                <c:pt idx="17">
                  <c:v>0.30811954010018078</c:v>
                </c:pt>
                <c:pt idx="18">
                  <c:v>0.28393001455021949</c:v>
                </c:pt>
                <c:pt idx="19">
                  <c:v>0.32042487975030548</c:v>
                </c:pt>
                <c:pt idx="20">
                  <c:v>0.13136342277724791</c:v>
                </c:pt>
                <c:pt idx="21">
                  <c:v>0.18133615040110759</c:v>
                </c:pt>
                <c:pt idx="22">
                  <c:v>0.23462673230161499</c:v>
                </c:pt>
                <c:pt idx="23">
                  <c:v>0.1230480819725317</c:v>
                </c:pt>
                <c:pt idx="24">
                  <c:v>9.0642250524668372E-2</c:v>
                </c:pt>
                <c:pt idx="25">
                  <c:v>7.9812168110884568E-2</c:v>
                </c:pt>
                <c:pt idx="26">
                  <c:v>-2.4222282829722441E-2</c:v>
                </c:pt>
                <c:pt idx="27">
                  <c:v>7.6090200498117086E-2</c:v>
                </c:pt>
                <c:pt idx="28">
                  <c:v>0.15603721019337541</c:v>
                </c:pt>
                <c:pt idx="29">
                  <c:v>0.21376789556612311</c:v>
                </c:pt>
                <c:pt idx="30">
                  <c:v>0.20098490450375431</c:v>
                </c:pt>
                <c:pt idx="31">
                  <c:v>0.20171088794084149</c:v>
                </c:pt>
                <c:pt idx="32">
                  <c:v>0.13298351057326399</c:v>
                </c:pt>
                <c:pt idx="33">
                  <c:v>0.13338090391137861</c:v>
                </c:pt>
                <c:pt idx="34">
                  <c:v>0.14290521934785819</c:v>
                </c:pt>
                <c:pt idx="35">
                  <c:v>0.18373840307814959</c:v>
                </c:pt>
                <c:pt idx="36">
                  <c:v>0.15197261208892299</c:v>
                </c:pt>
                <c:pt idx="37">
                  <c:v>0.1492232271071692</c:v>
                </c:pt>
                <c:pt idx="38">
                  <c:v>0.14228999057287911</c:v>
                </c:pt>
                <c:pt idx="39">
                  <c:v>0.1669163481703734</c:v>
                </c:pt>
                <c:pt idx="40">
                  <c:v>7.3043123038969912E-2</c:v>
                </c:pt>
                <c:pt idx="41">
                  <c:v>3.8660615654503107E-2</c:v>
                </c:pt>
                <c:pt idx="42">
                  <c:v>-3.5797296720222853E-2</c:v>
                </c:pt>
                <c:pt idx="43">
                  <c:v>4.1277585328774437E-2</c:v>
                </c:pt>
                <c:pt idx="44">
                  <c:v>5.0475899046365347E-2</c:v>
                </c:pt>
                <c:pt idx="45">
                  <c:v>3.4177160764295292E-2</c:v>
                </c:pt>
                <c:pt idx="46">
                  <c:v>0.1096677195411154</c:v>
                </c:pt>
                <c:pt idx="47">
                  <c:v>0.16285545086096359</c:v>
                </c:pt>
                <c:pt idx="48">
                  <c:v>0.37610027888858072</c:v>
                </c:pt>
                <c:pt idx="49">
                  <c:v>0.48278805450208417</c:v>
                </c:pt>
                <c:pt idx="50">
                  <c:v>0.4244077571030147</c:v>
                </c:pt>
                <c:pt idx="51">
                  <c:v>0.37311511154400029</c:v>
                </c:pt>
                <c:pt idx="52">
                  <c:v>0.4684161475716806</c:v>
                </c:pt>
                <c:pt idx="53">
                  <c:v>0.5481696758616118</c:v>
                </c:pt>
                <c:pt idx="54">
                  <c:v>0.64864127445850983</c:v>
                </c:pt>
                <c:pt idx="55">
                  <c:v>0.57380786740490586</c:v>
                </c:pt>
                <c:pt idx="56">
                  <c:v>0.70904423506616621</c:v>
                </c:pt>
                <c:pt idx="57">
                  <c:v>0.76039441177698253</c:v>
                </c:pt>
                <c:pt idx="58">
                  <c:v>0.91829250024679143</c:v>
                </c:pt>
                <c:pt idx="59">
                  <c:v>0.93644240505180099</c:v>
                </c:pt>
                <c:pt idx="60">
                  <c:v>0.91594082287008072</c:v>
                </c:pt>
                <c:pt idx="61">
                  <c:v>0.91797046198694232</c:v>
                </c:pt>
                <c:pt idx="62">
                  <c:v>0.90556675734626679</c:v>
                </c:pt>
                <c:pt idx="63">
                  <c:v>0.93920045724510015</c:v>
                </c:pt>
                <c:pt idx="64">
                  <c:v>0.83933268598425204</c:v>
                </c:pt>
                <c:pt idx="65">
                  <c:v>0.78674214668335019</c:v>
                </c:pt>
                <c:pt idx="66">
                  <c:v>0.75810563734813274</c:v>
                </c:pt>
                <c:pt idx="67">
                  <c:v>0.80146051414619779</c:v>
                </c:pt>
                <c:pt idx="68">
                  <c:v>0.84400970671046616</c:v>
                </c:pt>
                <c:pt idx="69">
                  <c:v>0.8375847407270165</c:v>
                </c:pt>
                <c:pt idx="70">
                  <c:v>0.90728863731957832</c:v>
                </c:pt>
                <c:pt idx="71">
                  <c:v>0.89522325071160114</c:v>
                </c:pt>
                <c:pt idx="72">
                  <c:v>0.85012627969568266</c:v>
                </c:pt>
                <c:pt idx="73">
                  <c:v>0.89548382007870353</c:v>
                </c:pt>
                <c:pt idx="74">
                  <c:v>0.98982944552529073</c:v>
                </c:pt>
                <c:pt idx="75">
                  <c:v>1.049356411670048</c:v>
                </c:pt>
                <c:pt idx="76">
                  <c:v>1.172953082790271</c:v>
                </c:pt>
                <c:pt idx="77">
                  <c:v>1.202298790479349</c:v>
                </c:pt>
                <c:pt idx="78">
                  <c:v>1.2787437143323039</c:v>
                </c:pt>
                <c:pt idx="79">
                  <c:v>1.2301540221670431</c:v>
                </c:pt>
                <c:pt idx="80">
                  <c:v>1.2310134055481501</c:v>
                </c:pt>
                <c:pt idx="81">
                  <c:v>1.1830988005209651</c:v>
                </c:pt>
                <c:pt idx="82">
                  <c:v>1.099911021738196</c:v>
                </c:pt>
                <c:pt idx="83">
                  <c:v>1.1074140317955969</c:v>
                </c:pt>
                <c:pt idx="84">
                  <c:v>0.98013727397296857</c:v>
                </c:pt>
                <c:pt idx="85">
                  <c:v>1.0649691489320201</c:v>
                </c:pt>
                <c:pt idx="86">
                  <c:v>1.037823884962652</c:v>
                </c:pt>
                <c:pt idx="87">
                  <c:v>1.0681105127040571</c:v>
                </c:pt>
                <c:pt idx="88">
                  <c:v>1.086771751572486</c:v>
                </c:pt>
                <c:pt idx="89">
                  <c:v>1.0179360469910399</c:v>
                </c:pt>
                <c:pt idx="90">
                  <c:v>0.95446980929334158</c:v>
                </c:pt>
                <c:pt idx="91">
                  <c:v>0.84518842481902678</c:v>
                </c:pt>
                <c:pt idx="92">
                  <c:v>0.80215760786125045</c:v>
                </c:pt>
                <c:pt idx="93">
                  <c:v>0.49709796623593272</c:v>
                </c:pt>
                <c:pt idx="94">
                  <c:v>0.49324561599922312</c:v>
                </c:pt>
                <c:pt idx="95">
                  <c:v>0.59595074720753471</c:v>
                </c:pt>
                <c:pt idx="96">
                  <c:v>0.68714280099967295</c:v>
                </c:pt>
                <c:pt idx="97">
                  <c:v>0.68326056431824778</c:v>
                </c:pt>
                <c:pt idx="98">
                  <c:v>0.83620649701393646</c:v>
                </c:pt>
                <c:pt idx="99">
                  <c:v>1.0635198968865429</c:v>
                </c:pt>
                <c:pt idx="100">
                  <c:v>1.103718213838774</c:v>
                </c:pt>
                <c:pt idx="101">
                  <c:v>1.0698070654097569</c:v>
                </c:pt>
                <c:pt idx="102">
                  <c:v>1.1388548288893281</c:v>
                </c:pt>
                <c:pt idx="103">
                  <c:v>1.1681193436360231</c:v>
                </c:pt>
                <c:pt idx="104">
                  <c:v>1.152794190296528</c:v>
                </c:pt>
                <c:pt idx="105">
                  <c:v>1.128083725739176</c:v>
                </c:pt>
                <c:pt idx="106">
                  <c:v>1.106917475873606</c:v>
                </c:pt>
                <c:pt idx="107">
                  <c:v>1.221262264604116</c:v>
                </c:pt>
                <c:pt idx="108">
                  <c:v>1.194934762850316</c:v>
                </c:pt>
                <c:pt idx="109">
                  <c:v>1.239846184306145</c:v>
                </c:pt>
                <c:pt idx="110">
                  <c:v>1.282708151621675</c:v>
                </c:pt>
                <c:pt idx="111">
                  <c:v>1.2885693534477489</c:v>
                </c:pt>
                <c:pt idx="112">
                  <c:v>1.20391444319165</c:v>
                </c:pt>
                <c:pt idx="113">
                  <c:v>1.221157360821076</c:v>
                </c:pt>
                <c:pt idx="114">
                  <c:v>1.226749368697658</c:v>
                </c:pt>
                <c:pt idx="115">
                  <c:v>1.1998795968834579</c:v>
                </c:pt>
                <c:pt idx="116">
                  <c:v>1.259834416769674</c:v>
                </c:pt>
                <c:pt idx="117">
                  <c:v>1.331594816550894</c:v>
                </c:pt>
                <c:pt idx="118">
                  <c:v>1.262499004686553</c:v>
                </c:pt>
                <c:pt idx="119">
                  <c:v>1.3033000821575</c:v>
                </c:pt>
                <c:pt idx="120">
                  <c:v>1.3217543060456289</c:v>
                </c:pt>
                <c:pt idx="121">
                  <c:v>1.2988694224761721</c:v>
                </c:pt>
                <c:pt idx="122">
                  <c:v>1.3364521620194409</c:v>
                </c:pt>
                <c:pt idx="123">
                  <c:v>1.3317624466648521</c:v>
                </c:pt>
                <c:pt idx="124">
                  <c:v>1.282538844736506</c:v>
                </c:pt>
                <c:pt idx="125">
                  <c:v>1.267203157053731</c:v>
                </c:pt>
                <c:pt idx="126">
                  <c:v>1.3624393863129289</c:v>
                </c:pt>
                <c:pt idx="127">
                  <c:v>1.2620557255921609</c:v>
                </c:pt>
                <c:pt idx="128">
                  <c:v>1.1554277213243189</c:v>
                </c:pt>
                <c:pt idx="129">
                  <c:v>1.2558323815073811</c:v>
                </c:pt>
                <c:pt idx="130">
                  <c:v>1.2629525423758621</c:v>
                </c:pt>
                <c:pt idx="131">
                  <c:v>1.3021113171383409</c:v>
                </c:pt>
                <c:pt idx="132">
                  <c:v>1.3525926940698181</c:v>
                </c:pt>
                <c:pt idx="133">
                  <c:v>1.434309164371018</c:v>
                </c:pt>
                <c:pt idx="134">
                  <c:v>1.398698011377727</c:v>
                </c:pt>
                <c:pt idx="135">
                  <c:v>1.344377147889974</c:v>
                </c:pt>
                <c:pt idx="136">
                  <c:v>1.312622276077398</c:v>
                </c:pt>
                <c:pt idx="137">
                  <c:v>1.3673688416725109</c:v>
                </c:pt>
                <c:pt idx="138">
                  <c:v>1.3392219241653771</c:v>
                </c:pt>
                <c:pt idx="139">
                  <c:v>1.4171417155009089</c:v>
                </c:pt>
                <c:pt idx="140">
                  <c:v>1.473095391205486</c:v>
                </c:pt>
                <c:pt idx="141">
                  <c:v>1.459703926719244</c:v>
                </c:pt>
                <c:pt idx="142">
                  <c:v>1.4374622968351309</c:v>
                </c:pt>
                <c:pt idx="143">
                  <c:v>1.449488314327392</c:v>
                </c:pt>
                <c:pt idx="144">
                  <c:v>1.4734470632738179</c:v>
                </c:pt>
                <c:pt idx="145">
                  <c:v>1.550103108149083</c:v>
                </c:pt>
                <c:pt idx="146">
                  <c:v>1.6028212829465309</c:v>
                </c:pt>
                <c:pt idx="147">
                  <c:v>1.6442155033683561</c:v>
                </c:pt>
                <c:pt idx="148">
                  <c:v>1.6767583074925689</c:v>
                </c:pt>
                <c:pt idx="149">
                  <c:v>1.569731168324962</c:v>
                </c:pt>
                <c:pt idx="150">
                  <c:v>1.612084275736414</c:v>
                </c:pt>
                <c:pt idx="151">
                  <c:v>1.575024051286934</c:v>
                </c:pt>
                <c:pt idx="152">
                  <c:v>1.5999681383736259</c:v>
                </c:pt>
                <c:pt idx="153">
                  <c:v>1.5908582186640701</c:v>
                </c:pt>
                <c:pt idx="154">
                  <c:v>1.579711970498866</c:v>
                </c:pt>
                <c:pt idx="155">
                  <c:v>1.5472235849769209</c:v>
                </c:pt>
                <c:pt idx="156">
                  <c:v>1.5781553776749031</c:v>
                </c:pt>
                <c:pt idx="157">
                  <c:v>1.6078135601342041</c:v>
                </c:pt>
                <c:pt idx="158">
                  <c:v>1.659464116584209</c:v>
                </c:pt>
                <c:pt idx="159">
                  <c:v>1.690283731298122</c:v>
                </c:pt>
                <c:pt idx="160">
                  <c:v>1.679189262637824</c:v>
                </c:pt>
                <c:pt idx="161">
                  <c:v>1.6713397669534771</c:v>
                </c:pt>
                <c:pt idx="162">
                  <c:v>1.6825852823266381</c:v>
                </c:pt>
                <c:pt idx="163">
                  <c:v>1.7170097272719651</c:v>
                </c:pt>
                <c:pt idx="164">
                  <c:v>1.72941022422086</c:v>
                </c:pt>
                <c:pt idx="165">
                  <c:v>1.7027899669073761</c:v>
                </c:pt>
                <c:pt idx="166">
                  <c:v>1.688480046512622</c:v>
                </c:pt>
                <c:pt idx="167">
                  <c:v>1.703754638730173</c:v>
                </c:pt>
                <c:pt idx="168">
                  <c:v>1.7640862571837681</c:v>
                </c:pt>
                <c:pt idx="169">
                  <c:v>1.830968146473505</c:v>
                </c:pt>
                <c:pt idx="170">
                  <c:v>1.8904532941463621</c:v>
                </c:pt>
                <c:pt idx="171">
                  <c:v>1.927211557644058</c:v>
                </c:pt>
                <c:pt idx="172">
                  <c:v>1.9759834518216091</c:v>
                </c:pt>
                <c:pt idx="173">
                  <c:v>1.989367327851379</c:v>
                </c:pt>
                <c:pt idx="174">
                  <c:v>1.9804345239727419</c:v>
                </c:pt>
                <c:pt idx="175">
                  <c:v>1.926791219051184</c:v>
                </c:pt>
                <c:pt idx="176">
                  <c:v>1.9579712002534779</c:v>
                </c:pt>
                <c:pt idx="177">
                  <c:v>1.9741416991839791</c:v>
                </c:pt>
                <c:pt idx="178">
                  <c:v>1.9647306975388861</c:v>
                </c:pt>
                <c:pt idx="179">
                  <c:v>1.9901418175731369</c:v>
                </c:pt>
                <c:pt idx="180">
                  <c:v>1.97158703721935</c:v>
                </c:pt>
                <c:pt idx="181">
                  <c:v>1.965442597167474</c:v>
                </c:pt>
                <c:pt idx="182">
                  <c:v>2.0382794285134711</c:v>
                </c:pt>
                <c:pt idx="183">
                  <c:v>2.077277636800221</c:v>
                </c:pt>
                <c:pt idx="184">
                  <c:v>2.0695302478038129</c:v>
                </c:pt>
                <c:pt idx="185">
                  <c:v>2.0571991719154639</c:v>
                </c:pt>
                <c:pt idx="186">
                  <c:v>2.1155147951783331</c:v>
                </c:pt>
                <c:pt idx="187">
                  <c:v>2.0636225238485211</c:v>
                </c:pt>
                <c:pt idx="188">
                  <c:v>2.099959379116382</c:v>
                </c:pt>
                <c:pt idx="189">
                  <c:v>2.0136392381009891</c:v>
                </c:pt>
                <c:pt idx="190">
                  <c:v>1.9883489706484301</c:v>
                </c:pt>
                <c:pt idx="191">
                  <c:v>2.065177602581997</c:v>
                </c:pt>
                <c:pt idx="192">
                  <c:v>2.0367042551513239</c:v>
                </c:pt>
                <c:pt idx="193">
                  <c:v>2.036497319667153</c:v>
                </c:pt>
                <c:pt idx="194">
                  <c:v>2.0613204398083438</c:v>
                </c:pt>
                <c:pt idx="195">
                  <c:v>2.0736428923282908</c:v>
                </c:pt>
                <c:pt idx="196">
                  <c:v>2.1015638046558052</c:v>
                </c:pt>
                <c:pt idx="197">
                  <c:v>2.1143942824834312</c:v>
                </c:pt>
                <c:pt idx="198">
                  <c:v>2.0769294024113711</c:v>
                </c:pt>
                <c:pt idx="199">
                  <c:v>2.08435017687437</c:v>
                </c:pt>
                <c:pt idx="200">
                  <c:v>2.021637660168218</c:v>
                </c:pt>
                <c:pt idx="201">
                  <c:v>2.047106414273562</c:v>
                </c:pt>
                <c:pt idx="202">
                  <c:v>2.0929192656743658</c:v>
                </c:pt>
                <c:pt idx="203">
                  <c:v>2.105454205358571</c:v>
                </c:pt>
                <c:pt idx="204">
                  <c:v>2.2035875111404088</c:v>
                </c:pt>
                <c:pt idx="205">
                  <c:v>2.1660254203249281</c:v>
                </c:pt>
                <c:pt idx="206">
                  <c:v>2.171092474108788</c:v>
                </c:pt>
                <c:pt idx="207">
                  <c:v>2.197842206329411</c:v>
                </c:pt>
                <c:pt idx="208">
                  <c:v>2.1898899593901962</c:v>
                </c:pt>
                <c:pt idx="209">
                  <c:v>2.1171632810921901</c:v>
                </c:pt>
                <c:pt idx="210">
                  <c:v>2.0891114146279559</c:v>
                </c:pt>
                <c:pt idx="211">
                  <c:v>2.1259857558489479</c:v>
                </c:pt>
                <c:pt idx="212">
                  <c:v>2.1281359039045671</c:v>
                </c:pt>
                <c:pt idx="213">
                  <c:v>1.894763628179073</c:v>
                </c:pt>
                <c:pt idx="214">
                  <c:v>1.980021422905327</c:v>
                </c:pt>
                <c:pt idx="215">
                  <c:v>1.9668413008517041</c:v>
                </c:pt>
                <c:pt idx="216">
                  <c:v>2.0640400952580902</c:v>
                </c:pt>
                <c:pt idx="217">
                  <c:v>2.0718068575706892</c:v>
                </c:pt>
                <c:pt idx="218">
                  <c:v>2.08923694706455</c:v>
                </c:pt>
                <c:pt idx="219">
                  <c:v>2.1334041504724439</c:v>
                </c:pt>
                <c:pt idx="220">
                  <c:v>2.0639810740883089</c:v>
                </c:pt>
                <c:pt idx="221">
                  <c:v>2.0986232259659952</c:v>
                </c:pt>
                <c:pt idx="222">
                  <c:v>2.0025446737807808</c:v>
                </c:pt>
                <c:pt idx="223">
                  <c:v>1.9716678317301699</c:v>
                </c:pt>
                <c:pt idx="224">
                  <c:v>2.0048841799568979</c:v>
                </c:pt>
                <c:pt idx="225">
                  <c:v>2.018482420054494</c:v>
                </c:pt>
                <c:pt idx="226">
                  <c:v>2.009197871490048</c:v>
                </c:pt>
                <c:pt idx="227">
                  <c:v>2.0636528255096578</c:v>
                </c:pt>
                <c:pt idx="228">
                  <c:v>2.0380546104987558</c:v>
                </c:pt>
                <c:pt idx="229">
                  <c:v>1.955666211560606</c:v>
                </c:pt>
                <c:pt idx="230">
                  <c:v>1.8072991189842771</c:v>
                </c:pt>
                <c:pt idx="231">
                  <c:v>1.988746703696997</c:v>
                </c:pt>
                <c:pt idx="232">
                  <c:v>2.0811308477834669</c:v>
                </c:pt>
                <c:pt idx="233">
                  <c:v>2.0848351218129828</c:v>
                </c:pt>
                <c:pt idx="234">
                  <c:v>2.1882228968678539</c:v>
                </c:pt>
                <c:pt idx="235">
                  <c:v>2.217716441960591</c:v>
                </c:pt>
                <c:pt idx="236">
                  <c:v>2.225893436799911</c:v>
                </c:pt>
                <c:pt idx="237">
                  <c:v>2.1805389419365349</c:v>
                </c:pt>
                <c:pt idx="238">
                  <c:v>2.2858325917022841</c:v>
                </c:pt>
                <c:pt idx="239">
                  <c:v>2.342143497515532</c:v>
                </c:pt>
                <c:pt idx="240">
                  <c:v>2.3511713199471291</c:v>
                </c:pt>
                <c:pt idx="241">
                  <c:v>2.3610063693631762</c:v>
                </c:pt>
                <c:pt idx="242">
                  <c:v>2.4148413400889082</c:v>
                </c:pt>
                <c:pt idx="243">
                  <c:v>2.4690299774867821</c:v>
                </c:pt>
                <c:pt idx="244">
                  <c:v>2.4915908546941981</c:v>
                </c:pt>
                <c:pt idx="245">
                  <c:v>2.5431458022700628</c:v>
                </c:pt>
                <c:pt idx="246">
                  <c:v>2.527350117048881</c:v>
                </c:pt>
                <c:pt idx="247">
                  <c:v>2.4946901986592751</c:v>
                </c:pt>
                <c:pt idx="248">
                  <c:v>2.4613008009109278</c:v>
                </c:pt>
                <c:pt idx="249">
                  <c:v>2.4476967203906108</c:v>
                </c:pt>
                <c:pt idx="250">
                  <c:v>2.368294206400773</c:v>
                </c:pt>
                <c:pt idx="251">
                  <c:v>2.479221942245561</c:v>
                </c:pt>
                <c:pt idx="252">
                  <c:v>2.3569929443214068</c:v>
                </c:pt>
                <c:pt idx="253">
                  <c:v>2.3838887296234752</c:v>
                </c:pt>
                <c:pt idx="254">
                  <c:v>2.451694493896833</c:v>
                </c:pt>
                <c:pt idx="255">
                  <c:v>2.4396943993084879</c:v>
                </c:pt>
                <c:pt idx="256">
                  <c:v>2.4105487293698991</c:v>
                </c:pt>
                <c:pt idx="257">
                  <c:v>2.23123972992996</c:v>
                </c:pt>
                <c:pt idx="258">
                  <c:v>2.3024706073343939</c:v>
                </c:pt>
                <c:pt idx="259">
                  <c:v>2.3079677964926408</c:v>
                </c:pt>
                <c:pt idx="260">
                  <c:v>2.1293909784071552</c:v>
                </c:pt>
                <c:pt idx="261">
                  <c:v>2.160837335364711</c:v>
                </c:pt>
                <c:pt idx="262">
                  <c:v>2.2506759811494779</c:v>
                </c:pt>
                <c:pt idx="263">
                  <c:v>2.195873327209338</c:v>
                </c:pt>
                <c:pt idx="264">
                  <c:v>2.2834786414543489</c:v>
                </c:pt>
                <c:pt idx="265">
                  <c:v>2.3060713359019771</c:v>
                </c:pt>
                <c:pt idx="266">
                  <c:v>2.322470364769639</c:v>
                </c:pt>
                <c:pt idx="267">
                  <c:v>2.3023462395191601</c:v>
                </c:pt>
                <c:pt idx="268">
                  <c:v>2.3482656469200238</c:v>
                </c:pt>
                <c:pt idx="269">
                  <c:v>2.3866787172070061</c:v>
                </c:pt>
                <c:pt idx="270">
                  <c:v>2.3460218733767961</c:v>
                </c:pt>
                <c:pt idx="271">
                  <c:v>2.3692490299804239</c:v>
                </c:pt>
                <c:pt idx="272">
                  <c:v>2.306551220372874</c:v>
                </c:pt>
                <c:pt idx="273">
                  <c:v>2.2237006183057</c:v>
                </c:pt>
                <c:pt idx="274">
                  <c:v>2.3118564176174101</c:v>
                </c:pt>
                <c:pt idx="275">
                  <c:v>2.352314269274542</c:v>
                </c:pt>
                <c:pt idx="276">
                  <c:v>2.332099243648925</c:v>
                </c:pt>
                <c:pt idx="277">
                  <c:v>2.359861214636362</c:v>
                </c:pt>
                <c:pt idx="278">
                  <c:v>2.3770240014260571</c:v>
                </c:pt>
                <c:pt idx="279">
                  <c:v>2.3676916748825811</c:v>
                </c:pt>
                <c:pt idx="280">
                  <c:v>2.3719675523375532</c:v>
                </c:pt>
                <c:pt idx="281">
                  <c:v>2.355414912913675</c:v>
                </c:pt>
                <c:pt idx="282">
                  <c:v>2.3104999650919251</c:v>
                </c:pt>
                <c:pt idx="283">
                  <c:v>2.258555661608455</c:v>
                </c:pt>
                <c:pt idx="284">
                  <c:v>2.252905626695882</c:v>
                </c:pt>
                <c:pt idx="285">
                  <c:v>2.223060819315414</c:v>
                </c:pt>
                <c:pt idx="286">
                  <c:v>2.1550971989124519</c:v>
                </c:pt>
                <c:pt idx="287">
                  <c:v>2.1676122514480189</c:v>
                </c:pt>
                <c:pt idx="288">
                  <c:v>2.213150288609409</c:v>
                </c:pt>
                <c:pt idx="289">
                  <c:v>2.239467972703896</c:v>
                </c:pt>
                <c:pt idx="290">
                  <c:v>2.1883691788359352</c:v>
                </c:pt>
                <c:pt idx="291">
                  <c:v>2.2651586983047478</c:v>
                </c:pt>
                <c:pt idx="292">
                  <c:v>2.2847873618214551</c:v>
                </c:pt>
                <c:pt idx="293">
                  <c:v>2.3488835125249481</c:v>
                </c:pt>
                <c:pt idx="294">
                  <c:v>2.3563971159716322</c:v>
                </c:pt>
                <c:pt idx="295">
                  <c:v>2.3383713349847168</c:v>
                </c:pt>
                <c:pt idx="296">
                  <c:v>2.3821075621288479</c:v>
                </c:pt>
                <c:pt idx="297">
                  <c:v>2.3794458772410501</c:v>
                </c:pt>
                <c:pt idx="298">
                  <c:v>2.3628983993629209</c:v>
                </c:pt>
                <c:pt idx="299">
                  <c:v>2.3855082051860799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377-42A2-AE53-4E59CD692066}"/>
            </c:ext>
          </c:extLst>
        </c:ser>
        <c:ser>
          <c:idx val="4"/>
          <c:order val="4"/>
          <c:tx>
            <c:strRef>
              <c:f>log_cum!$F$1</c:f>
              <c:strCache>
                <c:ptCount val="1"/>
                <c:pt idx="0">
                  <c:v>Q(5/5)</c:v>
                </c:pt>
              </c:strCache>
            </c:strRef>
          </c:tx>
          <c:spPr>
            <a:ln w="25400" cap="rnd">
              <a:solidFill>
                <a:srgbClr val="9999FF"/>
              </a:solidFill>
              <a:round/>
            </a:ln>
            <a:effectLst/>
          </c:spPr>
          <c:marker>
            <c:symbol val="none"/>
          </c:marker>
          <c:cat>
            <c:numRef>
              <c:f>log_cum!$G$2:$G$301</c:f>
              <c:numCache>
                <c:formatCode>General</c:formatCode>
                <c:ptCount val="300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log_cum!$F$2:$F$302</c:f>
              <c:numCache>
                <c:formatCode>General</c:formatCode>
                <c:ptCount val="301"/>
                <c:pt idx="0">
                  <c:v>0.31276388578627151</c:v>
                </c:pt>
                <c:pt idx="1">
                  <c:v>0.37150318109482428</c:v>
                </c:pt>
                <c:pt idx="2">
                  <c:v>0.27650190488518411</c:v>
                </c:pt>
                <c:pt idx="3">
                  <c:v>0.35030958477234381</c:v>
                </c:pt>
                <c:pt idx="4">
                  <c:v>0.46140551677218561</c:v>
                </c:pt>
                <c:pt idx="5">
                  <c:v>0.45003029840230391</c:v>
                </c:pt>
                <c:pt idx="6">
                  <c:v>0.32636590843514729</c:v>
                </c:pt>
                <c:pt idx="7">
                  <c:v>0.26524483719140712</c:v>
                </c:pt>
                <c:pt idx="8">
                  <c:v>0.14381044470601331</c:v>
                </c:pt>
                <c:pt idx="9">
                  <c:v>0.31018042697527048</c:v>
                </c:pt>
                <c:pt idx="10">
                  <c:v>0.38059676566142542</c:v>
                </c:pt>
                <c:pt idx="11">
                  <c:v>0.3982402565234564</c:v>
                </c:pt>
                <c:pt idx="12">
                  <c:v>0.50360763458034341</c:v>
                </c:pt>
                <c:pt idx="13">
                  <c:v>0.55791133974554918</c:v>
                </c:pt>
                <c:pt idx="14">
                  <c:v>0.73120977851762459</c:v>
                </c:pt>
                <c:pt idx="15">
                  <c:v>0.5697389167802861</c:v>
                </c:pt>
                <c:pt idx="16">
                  <c:v>0.48660534073402401</c:v>
                </c:pt>
                <c:pt idx="17">
                  <c:v>0.36887260407358918</c:v>
                </c:pt>
                <c:pt idx="18">
                  <c:v>0.37113212178601451</c:v>
                </c:pt>
                <c:pt idx="19">
                  <c:v>0.40294538019981102</c:v>
                </c:pt>
                <c:pt idx="20">
                  <c:v>0.22362664891952369</c:v>
                </c:pt>
                <c:pt idx="21">
                  <c:v>0.27314590992403631</c:v>
                </c:pt>
                <c:pt idx="22">
                  <c:v>0.32961414562572988</c:v>
                </c:pt>
                <c:pt idx="23">
                  <c:v>0.200904169771906</c:v>
                </c:pt>
                <c:pt idx="24">
                  <c:v>0.17689114104523199</c:v>
                </c:pt>
                <c:pt idx="25">
                  <c:v>0.18063741864034549</c:v>
                </c:pt>
                <c:pt idx="26">
                  <c:v>8.7078207386787329E-2</c:v>
                </c:pt>
                <c:pt idx="27">
                  <c:v>0.22692841317397719</c:v>
                </c:pt>
                <c:pt idx="28">
                  <c:v>0.31998367754248802</c:v>
                </c:pt>
                <c:pt idx="29">
                  <c:v>0.3561736839569335</c:v>
                </c:pt>
                <c:pt idx="30">
                  <c:v>0.36460846422016319</c:v>
                </c:pt>
                <c:pt idx="31">
                  <c:v>0.37652700328972788</c:v>
                </c:pt>
                <c:pt idx="32">
                  <c:v>0.29436861072271892</c:v>
                </c:pt>
                <c:pt idx="33">
                  <c:v>0.31341354166442931</c:v>
                </c:pt>
                <c:pt idx="34">
                  <c:v>0.30533984519821961</c:v>
                </c:pt>
                <c:pt idx="35">
                  <c:v>0.34089245510957522</c:v>
                </c:pt>
                <c:pt idx="36">
                  <c:v>0.31623820625337529</c:v>
                </c:pt>
                <c:pt idx="37">
                  <c:v>0.32668290530502719</c:v>
                </c:pt>
                <c:pt idx="38">
                  <c:v>0.3390503471325686</c:v>
                </c:pt>
                <c:pt idx="39">
                  <c:v>0.37002684294513782</c:v>
                </c:pt>
                <c:pt idx="40">
                  <c:v>0.27871508725603028</c:v>
                </c:pt>
                <c:pt idx="41">
                  <c:v>0.24186439593360551</c:v>
                </c:pt>
                <c:pt idx="42">
                  <c:v>0.15100104002908549</c:v>
                </c:pt>
                <c:pt idx="43">
                  <c:v>0.2261671601925189</c:v>
                </c:pt>
                <c:pt idx="44">
                  <c:v>0.25022163128645192</c:v>
                </c:pt>
                <c:pt idx="45">
                  <c:v>0.2416029577574873</c:v>
                </c:pt>
                <c:pt idx="46">
                  <c:v>0.31168470860293102</c:v>
                </c:pt>
                <c:pt idx="47">
                  <c:v>0.35856538614626859</c:v>
                </c:pt>
                <c:pt idx="48">
                  <c:v>0.56644138869979987</c:v>
                </c:pt>
                <c:pt idx="49">
                  <c:v>0.66142832084881364</c:v>
                </c:pt>
                <c:pt idx="50">
                  <c:v>0.59676996724141973</c:v>
                </c:pt>
                <c:pt idx="51">
                  <c:v>0.56934729411043594</c:v>
                </c:pt>
                <c:pt idx="52">
                  <c:v>0.67373180738948246</c:v>
                </c:pt>
                <c:pt idx="53">
                  <c:v>0.78973367201850608</c:v>
                </c:pt>
                <c:pt idx="54">
                  <c:v>0.88667702714679186</c:v>
                </c:pt>
                <c:pt idx="55">
                  <c:v>0.83244136495521504</c:v>
                </c:pt>
                <c:pt idx="56">
                  <c:v>0.97741325617816377</c:v>
                </c:pt>
                <c:pt idx="57">
                  <c:v>1.035817354147337</c:v>
                </c:pt>
                <c:pt idx="58">
                  <c:v>1.2099738145050281</c:v>
                </c:pt>
                <c:pt idx="59">
                  <c:v>1.200760086360358</c:v>
                </c:pt>
                <c:pt idx="60">
                  <c:v>1.184856211573075</c:v>
                </c:pt>
                <c:pt idx="61">
                  <c:v>1.2001416093062101</c:v>
                </c:pt>
                <c:pt idx="62">
                  <c:v>1.18966182652873</c:v>
                </c:pt>
                <c:pt idx="63">
                  <c:v>1.224633800597835</c:v>
                </c:pt>
                <c:pt idx="64">
                  <c:v>1.1337569648561561</c:v>
                </c:pt>
                <c:pt idx="65">
                  <c:v>1.073895649066084</c:v>
                </c:pt>
                <c:pt idx="66">
                  <c:v>1.0326492324698191</c:v>
                </c:pt>
                <c:pt idx="67">
                  <c:v>1.1016743557948789</c:v>
                </c:pt>
                <c:pt idx="68">
                  <c:v>1.144671799609424</c:v>
                </c:pt>
                <c:pt idx="69">
                  <c:v>1.1349862866057689</c:v>
                </c:pt>
                <c:pt idx="70">
                  <c:v>1.205086126511435</c:v>
                </c:pt>
                <c:pt idx="71">
                  <c:v>1.2081656168426691</c:v>
                </c:pt>
                <c:pt idx="72">
                  <c:v>1.153886068870942</c:v>
                </c:pt>
                <c:pt idx="73">
                  <c:v>1.17733729236227</c:v>
                </c:pt>
                <c:pt idx="74">
                  <c:v>1.271164782795005</c:v>
                </c:pt>
                <c:pt idx="75">
                  <c:v>1.323934120264751</c:v>
                </c:pt>
                <c:pt idx="76">
                  <c:v>1.4334692605512811</c:v>
                </c:pt>
                <c:pt idx="77">
                  <c:v>1.4823799147526779</c:v>
                </c:pt>
                <c:pt idx="78">
                  <c:v>1.5540812833828119</c:v>
                </c:pt>
                <c:pt idx="79">
                  <c:v>1.5116440934126969</c:v>
                </c:pt>
                <c:pt idx="80">
                  <c:v>1.5184162209590419</c:v>
                </c:pt>
                <c:pt idx="81">
                  <c:v>1.472870593552869</c:v>
                </c:pt>
                <c:pt idx="82">
                  <c:v>1.395904788709728</c:v>
                </c:pt>
                <c:pt idx="83">
                  <c:v>1.402521674718052</c:v>
                </c:pt>
                <c:pt idx="84">
                  <c:v>1.296644942579563</c:v>
                </c:pt>
                <c:pt idx="85">
                  <c:v>1.353706226123103</c:v>
                </c:pt>
                <c:pt idx="86">
                  <c:v>1.3330417977107001</c:v>
                </c:pt>
                <c:pt idx="87">
                  <c:v>1.3677100439166749</c:v>
                </c:pt>
                <c:pt idx="88">
                  <c:v>1.3874942912417201</c:v>
                </c:pt>
                <c:pt idx="89">
                  <c:v>1.3084291174011919</c:v>
                </c:pt>
                <c:pt idx="90">
                  <c:v>1.2537964587171211</c:v>
                </c:pt>
                <c:pt idx="91">
                  <c:v>1.142106255302429</c:v>
                </c:pt>
                <c:pt idx="92">
                  <c:v>1.0714266118417559</c:v>
                </c:pt>
                <c:pt idx="93">
                  <c:v>0.80078178585195103</c:v>
                </c:pt>
                <c:pt idx="94">
                  <c:v>0.83531047497742528</c:v>
                </c:pt>
                <c:pt idx="95">
                  <c:v>0.933559989387999</c:v>
                </c:pt>
                <c:pt idx="96">
                  <c:v>1.02382508259603</c:v>
                </c:pt>
                <c:pt idx="97">
                  <c:v>1.015196707555684</c:v>
                </c:pt>
                <c:pt idx="98">
                  <c:v>1.1652386477985961</c:v>
                </c:pt>
                <c:pt idx="99">
                  <c:v>1.345578473102266</c:v>
                </c:pt>
                <c:pt idx="100">
                  <c:v>1.3957801868857129</c:v>
                </c:pt>
                <c:pt idx="101">
                  <c:v>1.3684667845914531</c:v>
                </c:pt>
                <c:pt idx="102">
                  <c:v>1.4303972073779541</c:v>
                </c:pt>
                <c:pt idx="103">
                  <c:v>1.4505064947196491</c:v>
                </c:pt>
                <c:pt idx="104">
                  <c:v>1.4424585553575779</c:v>
                </c:pt>
                <c:pt idx="105">
                  <c:v>1.4155309080934679</c:v>
                </c:pt>
                <c:pt idx="106">
                  <c:v>1.3859234459234111</c:v>
                </c:pt>
                <c:pt idx="107">
                  <c:v>1.495440491361697</c:v>
                </c:pt>
                <c:pt idx="108">
                  <c:v>1.4511995863548719</c:v>
                </c:pt>
                <c:pt idx="109">
                  <c:v>1.486131709118153</c:v>
                </c:pt>
                <c:pt idx="110">
                  <c:v>1.5216281716241089</c:v>
                </c:pt>
                <c:pt idx="111">
                  <c:v>1.5332566186951571</c:v>
                </c:pt>
                <c:pt idx="112">
                  <c:v>1.472996524405106</c:v>
                </c:pt>
                <c:pt idx="113">
                  <c:v>1.5087706000138299</c:v>
                </c:pt>
                <c:pt idx="114">
                  <c:v>1.509176576700205</c:v>
                </c:pt>
                <c:pt idx="115">
                  <c:v>1.477570508899934</c:v>
                </c:pt>
                <c:pt idx="116">
                  <c:v>1.522857029970452</c:v>
                </c:pt>
                <c:pt idx="117">
                  <c:v>1.577867417779953</c:v>
                </c:pt>
                <c:pt idx="118">
                  <c:v>1.541804055281536</c:v>
                </c:pt>
                <c:pt idx="119">
                  <c:v>1.5788379915568209</c:v>
                </c:pt>
                <c:pt idx="120">
                  <c:v>1.591891315200139</c:v>
                </c:pt>
                <c:pt idx="121">
                  <c:v>1.560329080131607</c:v>
                </c:pt>
                <c:pt idx="122">
                  <c:v>1.623648830542781</c:v>
                </c:pt>
                <c:pt idx="123">
                  <c:v>1.624215611532829</c:v>
                </c:pt>
                <c:pt idx="124">
                  <c:v>1.588860307125201</c:v>
                </c:pt>
                <c:pt idx="125">
                  <c:v>1.579655270486674</c:v>
                </c:pt>
                <c:pt idx="126">
                  <c:v>1.6929763533466811</c:v>
                </c:pt>
                <c:pt idx="127">
                  <c:v>1.6488170382596281</c:v>
                </c:pt>
                <c:pt idx="128">
                  <c:v>1.5423087530651349</c:v>
                </c:pt>
                <c:pt idx="129">
                  <c:v>1.6470277992907949</c:v>
                </c:pt>
                <c:pt idx="130">
                  <c:v>1.6641273560959</c:v>
                </c:pt>
                <c:pt idx="131">
                  <c:v>1.716721270640537</c:v>
                </c:pt>
                <c:pt idx="132">
                  <c:v>1.7834464606959219</c:v>
                </c:pt>
                <c:pt idx="133">
                  <c:v>1.846571525213442</c:v>
                </c:pt>
                <c:pt idx="134">
                  <c:v>1.8376698466888011</c:v>
                </c:pt>
                <c:pt idx="135">
                  <c:v>1.784819907194938</c:v>
                </c:pt>
                <c:pt idx="136">
                  <c:v>1.7594440380889189</c:v>
                </c:pt>
                <c:pt idx="137">
                  <c:v>1.808176264731286</c:v>
                </c:pt>
                <c:pt idx="138">
                  <c:v>1.7945492186557901</c:v>
                </c:pt>
                <c:pt idx="139">
                  <c:v>1.8953996565106499</c:v>
                </c:pt>
                <c:pt idx="140">
                  <c:v>1.9475550654732749</c:v>
                </c:pt>
                <c:pt idx="141">
                  <c:v>1.9580603254573921</c:v>
                </c:pt>
                <c:pt idx="142">
                  <c:v>1.9423862722652001</c:v>
                </c:pt>
                <c:pt idx="143">
                  <c:v>1.9485195951010339</c:v>
                </c:pt>
                <c:pt idx="144">
                  <c:v>1.974448769216619</c:v>
                </c:pt>
                <c:pt idx="145">
                  <c:v>2.0376367142033489</c:v>
                </c:pt>
                <c:pt idx="146">
                  <c:v>2.081773617822281</c:v>
                </c:pt>
                <c:pt idx="147">
                  <c:v>2.1345835678745941</c:v>
                </c:pt>
                <c:pt idx="148">
                  <c:v>2.1525468980387599</c:v>
                </c:pt>
                <c:pt idx="149">
                  <c:v>2.0420098858764391</c:v>
                </c:pt>
                <c:pt idx="150">
                  <c:v>2.1066113720329209</c:v>
                </c:pt>
                <c:pt idx="151">
                  <c:v>2.0424231799688308</c:v>
                </c:pt>
                <c:pt idx="152">
                  <c:v>2.0715395883766252</c:v>
                </c:pt>
                <c:pt idx="153">
                  <c:v>2.0774430399587671</c:v>
                </c:pt>
                <c:pt idx="154">
                  <c:v>2.0623230486392869</c:v>
                </c:pt>
                <c:pt idx="155">
                  <c:v>2.0554576032165861</c:v>
                </c:pt>
                <c:pt idx="156">
                  <c:v>2.0769988488390561</c:v>
                </c:pt>
                <c:pt idx="157">
                  <c:v>2.1192198320884632</c:v>
                </c:pt>
                <c:pt idx="158">
                  <c:v>2.1593626311938978</c:v>
                </c:pt>
                <c:pt idx="159">
                  <c:v>2.2009624067040829</c:v>
                </c:pt>
                <c:pt idx="160">
                  <c:v>2.2075734579442852</c:v>
                </c:pt>
                <c:pt idx="161">
                  <c:v>2.198712056074116</c:v>
                </c:pt>
                <c:pt idx="162">
                  <c:v>2.240104312758215</c:v>
                </c:pt>
                <c:pt idx="163">
                  <c:v>2.3010691416500171</c:v>
                </c:pt>
                <c:pt idx="164">
                  <c:v>2.3517570887942121</c:v>
                </c:pt>
                <c:pt idx="165">
                  <c:v>2.3427620415640389</c:v>
                </c:pt>
                <c:pt idx="166">
                  <c:v>2.314907139831115</c:v>
                </c:pt>
                <c:pt idx="167">
                  <c:v>2.3297788424797572</c:v>
                </c:pt>
                <c:pt idx="168">
                  <c:v>2.421306971889881</c:v>
                </c:pt>
                <c:pt idx="169">
                  <c:v>2.4747239764672662</c:v>
                </c:pt>
                <c:pt idx="170">
                  <c:v>2.5632913089119889</c:v>
                </c:pt>
                <c:pt idx="171">
                  <c:v>2.6377520704071422</c:v>
                </c:pt>
                <c:pt idx="172">
                  <c:v>2.68969878752366</c:v>
                </c:pt>
                <c:pt idx="173">
                  <c:v>2.732522914609449</c:v>
                </c:pt>
                <c:pt idx="174">
                  <c:v>2.7365159226876701</c:v>
                </c:pt>
                <c:pt idx="175">
                  <c:v>2.675796284301466</c:v>
                </c:pt>
                <c:pt idx="176">
                  <c:v>2.7070640851718659</c:v>
                </c:pt>
                <c:pt idx="177">
                  <c:v>2.70899996279211</c:v>
                </c:pt>
                <c:pt idx="178">
                  <c:v>2.6993269379646212</c:v>
                </c:pt>
                <c:pt idx="179">
                  <c:v>2.7048363342453801</c:v>
                </c:pt>
                <c:pt idx="180">
                  <c:v>2.699418008726262</c:v>
                </c:pt>
                <c:pt idx="181">
                  <c:v>2.6826473565230442</c:v>
                </c:pt>
                <c:pt idx="182">
                  <c:v>2.7312925102361381</c:v>
                </c:pt>
                <c:pt idx="183">
                  <c:v>2.7568095401984039</c:v>
                </c:pt>
                <c:pt idx="184">
                  <c:v>2.7588948706661149</c:v>
                </c:pt>
                <c:pt idx="185">
                  <c:v>2.7492797913174529</c:v>
                </c:pt>
                <c:pt idx="186">
                  <c:v>2.7671266433324022</c:v>
                </c:pt>
                <c:pt idx="187">
                  <c:v>2.7059350633304748</c:v>
                </c:pt>
                <c:pt idx="188">
                  <c:v>2.727003091708859</c:v>
                </c:pt>
                <c:pt idx="189">
                  <c:v>2.647004596374507</c:v>
                </c:pt>
                <c:pt idx="190">
                  <c:v>2.6086288207951762</c:v>
                </c:pt>
                <c:pt idx="191">
                  <c:v>2.6738051781827372</c:v>
                </c:pt>
                <c:pt idx="192">
                  <c:v>2.6663192367377961</c:v>
                </c:pt>
                <c:pt idx="193">
                  <c:v>2.6751295536391599</c:v>
                </c:pt>
                <c:pt idx="194">
                  <c:v>2.6925463807902208</c:v>
                </c:pt>
                <c:pt idx="195">
                  <c:v>2.7172286492077329</c:v>
                </c:pt>
                <c:pt idx="196">
                  <c:v>2.7491570960401188</c:v>
                </c:pt>
                <c:pt idx="197">
                  <c:v>2.7391477185679212</c:v>
                </c:pt>
                <c:pt idx="198">
                  <c:v>2.6991555498478799</c:v>
                </c:pt>
                <c:pt idx="199">
                  <c:v>2.6999977045046961</c:v>
                </c:pt>
                <c:pt idx="200">
                  <c:v>2.651299008428786</c:v>
                </c:pt>
                <c:pt idx="201">
                  <c:v>2.6926893445009541</c:v>
                </c:pt>
                <c:pt idx="202">
                  <c:v>2.757598162837692</c:v>
                </c:pt>
                <c:pt idx="203">
                  <c:v>2.7735689958852419</c:v>
                </c:pt>
                <c:pt idx="204">
                  <c:v>2.8659445072198029</c:v>
                </c:pt>
                <c:pt idx="205">
                  <c:v>2.83178137130303</c:v>
                </c:pt>
                <c:pt idx="206">
                  <c:v>2.8538377698762418</c:v>
                </c:pt>
                <c:pt idx="207">
                  <c:v>2.878716398832704</c:v>
                </c:pt>
                <c:pt idx="208">
                  <c:v>2.8668051996940869</c:v>
                </c:pt>
                <c:pt idx="209">
                  <c:v>2.806316104187963</c:v>
                </c:pt>
                <c:pt idx="210">
                  <c:v>2.7739528772074351</c:v>
                </c:pt>
                <c:pt idx="211">
                  <c:v>2.8026271614882781</c:v>
                </c:pt>
                <c:pt idx="212">
                  <c:v>2.7985505668255808</c:v>
                </c:pt>
                <c:pt idx="213">
                  <c:v>2.5687761174202879</c:v>
                </c:pt>
                <c:pt idx="214">
                  <c:v>2.6598418994231139</c:v>
                </c:pt>
                <c:pt idx="215">
                  <c:v>2.6266231701159541</c:v>
                </c:pt>
                <c:pt idx="216">
                  <c:v>2.7161362866267771</c:v>
                </c:pt>
                <c:pt idx="217">
                  <c:v>2.7466653999726511</c:v>
                </c:pt>
                <c:pt idx="218">
                  <c:v>2.774847039223558</c:v>
                </c:pt>
                <c:pt idx="219">
                  <c:v>2.8266808919485902</c:v>
                </c:pt>
                <c:pt idx="220">
                  <c:v>2.761436167327703</c:v>
                </c:pt>
                <c:pt idx="221">
                  <c:v>2.802817310783833</c:v>
                </c:pt>
                <c:pt idx="222">
                  <c:v>2.7015271884400889</c:v>
                </c:pt>
                <c:pt idx="223">
                  <c:v>2.688935751648506</c:v>
                </c:pt>
                <c:pt idx="224">
                  <c:v>2.711526337602896</c:v>
                </c:pt>
                <c:pt idx="225">
                  <c:v>2.7356858710548391</c:v>
                </c:pt>
                <c:pt idx="226">
                  <c:v>2.729269562399316</c:v>
                </c:pt>
                <c:pt idx="227">
                  <c:v>2.7753217790956808</c:v>
                </c:pt>
                <c:pt idx="228">
                  <c:v>2.7541000597701251</c:v>
                </c:pt>
                <c:pt idx="229">
                  <c:v>2.680234293458827</c:v>
                </c:pt>
                <c:pt idx="230">
                  <c:v>2.5823479868413561</c:v>
                </c:pt>
                <c:pt idx="231">
                  <c:v>2.7685217469329571</c:v>
                </c:pt>
                <c:pt idx="232">
                  <c:v>2.8570268889814812</c:v>
                </c:pt>
                <c:pt idx="233">
                  <c:v>2.8505919370859938</c:v>
                </c:pt>
                <c:pt idx="234">
                  <c:v>2.9365126605513678</c:v>
                </c:pt>
                <c:pt idx="235">
                  <c:v>2.9710295305506249</c:v>
                </c:pt>
                <c:pt idx="236">
                  <c:v>2.9744642518112001</c:v>
                </c:pt>
                <c:pt idx="237">
                  <c:v>2.926227116531555</c:v>
                </c:pt>
                <c:pt idx="238">
                  <c:v>3.0189728366366331</c:v>
                </c:pt>
                <c:pt idx="239">
                  <c:v>3.0802554579252019</c:v>
                </c:pt>
                <c:pt idx="240">
                  <c:v>3.0775211961852489</c:v>
                </c:pt>
                <c:pt idx="241">
                  <c:v>3.1080529526422902</c:v>
                </c:pt>
                <c:pt idx="242">
                  <c:v>3.1774091732379679</c:v>
                </c:pt>
                <c:pt idx="243">
                  <c:v>3.235403509215264</c:v>
                </c:pt>
                <c:pt idx="244">
                  <c:v>3.269825523338429</c:v>
                </c:pt>
                <c:pt idx="245">
                  <c:v>3.333190961513393</c:v>
                </c:pt>
                <c:pt idx="246">
                  <c:v>3.3197047744718038</c:v>
                </c:pt>
                <c:pt idx="247">
                  <c:v>3.2871299546926722</c:v>
                </c:pt>
                <c:pt idx="248">
                  <c:v>3.2318668950417981</c:v>
                </c:pt>
                <c:pt idx="249">
                  <c:v>3.2407960500651161</c:v>
                </c:pt>
                <c:pt idx="250">
                  <c:v>3.1834488199410589</c:v>
                </c:pt>
                <c:pt idx="251">
                  <c:v>3.29022163754194</c:v>
                </c:pt>
                <c:pt idx="252">
                  <c:v>3.1713573615155268</c:v>
                </c:pt>
                <c:pt idx="253">
                  <c:v>3.1975110143067669</c:v>
                </c:pt>
                <c:pt idx="254">
                  <c:v>3.265551123120034</c:v>
                </c:pt>
                <c:pt idx="255">
                  <c:v>3.2379514417072111</c:v>
                </c:pt>
                <c:pt idx="256">
                  <c:v>3.1953415653015371</c:v>
                </c:pt>
                <c:pt idx="257">
                  <c:v>3.0195373286553928</c:v>
                </c:pt>
                <c:pt idx="258">
                  <c:v>3.0871181938168268</c:v>
                </c:pt>
                <c:pt idx="259">
                  <c:v>3.0719867623203378</c:v>
                </c:pt>
                <c:pt idx="260">
                  <c:v>2.8986540705059451</c:v>
                </c:pt>
                <c:pt idx="261">
                  <c:v>2.927455453939602</c:v>
                </c:pt>
                <c:pt idx="262">
                  <c:v>2.9998384358100609</c:v>
                </c:pt>
                <c:pt idx="263">
                  <c:v>2.9704061843059151</c:v>
                </c:pt>
                <c:pt idx="264">
                  <c:v>3.0688239789109599</c:v>
                </c:pt>
                <c:pt idx="265">
                  <c:v>3.0777058586712078</c:v>
                </c:pt>
                <c:pt idx="266">
                  <c:v>3.0636270968678159</c:v>
                </c:pt>
                <c:pt idx="267">
                  <c:v>3.040255082199764</c:v>
                </c:pt>
                <c:pt idx="268">
                  <c:v>3.0667076262014592</c:v>
                </c:pt>
                <c:pt idx="269">
                  <c:v>3.0825673299033292</c:v>
                </c:pt>
                <c:pt idx="270">
                  <c:v>3.041776248053766</c:v>
                </c:pt>
                <c:pt idx="271">
                  <c:v>3.0764833751094551</c:v>
                </c:pt>
                <c:pt idx="272">
                  <c:v>3.0253046168175839</c:v>
                </c:pt>
                <c:pt idx="273">
                  <c:v>2.9476667979897631</c:v>
                </c:pt>
                <c:pt idx="274">
                  <c:v>3.0219501011469689</c:v>
                </c:pt>
                <c:pt idx="275">
                  <c:v>3.062272130967453</c:v>
                </c:pt>
                <c:pt idx="276">
                  <c:v>3.0361028697728711</c:v>
                </c:pt>
                <c:pt idx="277">
                  <c:v>3.0509566250054321</c:v>
                </c:pt>
                <c:pt idx="278">
                  <c:v>3.0534235839627542</c:v>
                </c:pt>
                <c:pt idx="279">
                  <c:v>3.0378901011924562</c:v>
                </c:pt>
                <c:pt idx="280">
                  <c:v>3.0359384294078771</c:v>
                </c:pt>
                <c:pt idx="281">
                  <c:v>3.009453619682112</c:v>
                </c:pt>
                <c:pt idx="282">
                  <c:v>2.980469815795936</c:v>
                </c:pt>
                <c:pt idx="283">
                  <c:v>2.9444035262911261</c:v>
                </c:pt>
                <c:pt idx="284">
                  <c:v>2.942506032564256</c:v>
                </c:pt>
                <c:pt idx="285">
                  <c:v>2.916295894454366</c:v>
                </c:pt>
                <c:pt idx="286">
                  <c:v>2.8658753566556672</c:v>
                </c:pt>
                <c:pt idx="287">
                  <c:v>2.8890862609991039</c:v>
                </c:pt>
                <c:pt idx="288">
                  <c:v>2.9125395947643251</c:v>
                </c:pt>
                <c:pt idx="289">
                  <c:v>2.9408182253012551</c:v>
                </c:pt>
                <c:pt idx="290">
                  <c:v>2.88288357967875</c:v>
                </c:pt>
                <c:pt idx="291">
                  <c:v>2.9814976407217308</c:v>
                </c:pt>
                <c:pt idx="292">
                  <c:v>3.0007667274605181</c:v>
                </c:pt>
                <c:pt idx="293">
                  <c:v>3.082810589119533</c:v>
                </c:pt>
                <c:pt idx="294">
                  <c:v>3.0792930873559312</c:v>
                </c:pt>
                <c:pt idx="295">
                  <c:v>3.0520184461811981</c:v>
                </c:pt>
                <c:pt idx="296">
                  <c:v>3.062057173407426</c:v>
                </c:pt>
                <c:pt idx="297">
                  <c:v>3.044199812524405</c:v>
                </c:pt>
                <c:pt idx="298">
                  <c:v>3.0455369341413721</c:v>
                </c:pt>
                <c:pt idx="299">
                  <c:v>3.0439268964972932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377-42A2-AE53-4E59CD6920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022559"/>
        <c:axId val="1977017279"/>
      </c:lineChart>
      <c:catAx>
        <c:axId val="1977022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7017279"/>
        <c:crossesAt val="-3"/>
        <c:auto val="1"/>
        <c:lblAlgn val="ctr"/>
        <c:lblOffset val="100"/>
        <c:tickLblSkip val="24"/>
        <c:tickMarkSkip val="24"/>
        <c:noMultiLvlLbl val="0"/>
      </c:catAx>
      <c:valAx>
        <c:axId val="1977017279"/>
        <c:scaling>
          <c:orientation val="minMax"/>
          <c:min val="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7022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745318307475564E-2"/>
          <c:y val="3.0591501191683839E-2"/>
          <c:w val="0.90682349575752697"/>
          <c:h val="0.88349811288344193"/>
        </c:manualLayout>
      </c:layout>
      <c:lineChart>
        <c:grouping val="standard"/>
        <c:varyColors val="0"/>
        <c:ser>
          <c:idx val="0"/>
          <c:order val="0"/>
          <c:tx>
            <c:strRef>
              <c:f>nav!$B$1</c:f>
              <c:strCache>
                <c:ptCount val="1"/>
                <c:pt idx="0">
                  <c:v>Q(1/5)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nav!$G$2:$G$302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nav!$B$2:$B$302</c:f>
              <c:numCache>
                <c:formatCode>General</c:formatCode>
                <c:ptCount val="301"/>
                <c:pt idx="0">
                  <c:v>1</c:v>
                </c:pt>
                <c:pt idx="1">
                  <c:v>1.4438888715479781</c:v>
                </c:pt>
                <c:pt idx="2">
                  <c:v>1.481687184247847</c:v>
                </c:pt>
                <c:pt idx="3">
                  <c:v>1.3061835363273651</c:v>
                </c:pt>
                <c:pt idx="4">
                  <c:v>1.3792494587906969</c:v>
                </c:pt>
                <c:pt idx="5">
                  <c:v>1.565173610324599</c:v>
                </c:pt>
                <c:pt idx="6">
                  <c:v>1.507995159825968</c:v>
                </c:pt>
                <c:pt idx="7">
                  <c:v>1.2785117405943061</c:v>
                </c:pt>
                <c:pt idx="8">
                  <c:v>1.1884233539664399</c:v>
                </c:pt>
                <c:pt idx="9">
                  <c:v>0.97612024246635287</c:v>
                </c:pt>
                <c:pt idx="10">
                  <c:v>1.1796861185322429</c:v>
                </c:pt>
                <c:pt idx="11">
                  <c:v>1.2504619553436089</c:v>
                </c:pt>
                <c:pt idx="12">
                  <c:v>1.20331276635288</c:v>
                </c:pt>
                <c:pt idx="13">
                  <c:v>1.258031725047728</c:v>
                </c:pt>
                <c:pt idx="14">
                  <c:v>1.2050138336234311</c:v>
                </c:pt>
                <c:pt idx="15">
                  <c:v>1.3072777241890119</c:v>
                </c:pt>
                <c:pt idx="16">
                  <c:v>1.055772786791636</c:v>
                </c:pt>
                <c:pt idx="17">
                  <c:v>1.0767869054631349</c:v>
                </c:pt>
                <c:pt idx="18">
                  <c:v>0.894336143196786</c:v>
                </c:pt>
                <c:pt idx="19">
                  <c:v>0.88300782673292511</c:v>
                </c:pt>
                <c:pt idx="20">
                  <c:v>0.8820601886686833</c:v>
                </c:pt>
                <c:pt idx="21">
                  <c:v>0.67709210851632973</c:v>
                </c:pt>
                <c:pt idx="22">
                  <c:v>0.71457830267097178</c:v>
                </c:pt>
                <c:pt idx="23">
                  <c:v>0.69743982621003076</c:v>
                </c:pt>
                <c:pt idx="24">
                  <c:v>0.60946840030224347</c:v>
                </c:pt>
                <c:pt idx="25">
                  <c:v>0.60240330709429668</c:v>
                </c:pt>
                <c:pt idx="26">
                  <c:v>0.59884142989041655</c:v>
                </c:pt>
                <c:pt idx="27">
                  <c:v>0.49445759244835158</c:v>
                </c:pt>
                <c:pt idx="28">
                  <c:v>0.5529206872739405</c:v>
                </c:pt>
                <c:pt idx="29">
                  <c:v>0.60530076204778349</c:v>
                </c:pt>
                <c:pt idx="30">
                  <c:v>0.64188912190179725</c:v>
                </c:pt>
                <c:pt idx="31">
                  <c:v>0.61473589947745344</c:v>
                </c:pt>
                <c:pt idx="32">
                  <c:v>0.55476941735893737</c:v>
                </c:pt>
                <c:pt idx="33">
                  <c:v>0.51795053689171655</c:v>
                </c:pt>
                <c:pt idx="34">
                  <c:v>0.49959003443504602</c:v>
                </c:pt>
                <c:pt idx="35">
                  <c:v>0.4784595281375536</c:v>
                </c:pt>
                <c:pt idx="36">
                  <c:v>0.47973418359444131</c:v>
                </c:pt>
                <c:pt idx="37">
                  <c:v>0.45861783220288249</c:v>
                </c:pt>
                <c:pt idx="38">
                  <c:v>0.43577193093856248</c:v>
                </c:pt>
                <c:pt idx="39">
                  <c:v>0.42227342901647907</c:v>
                </c:pt>
                <c:pt idx="40">
                  <c:v>0.42876154907450009</c:v>
                </c:pt>
                <c:pt idx="41">
                  <c:v>0.38868794475580137</c:v>
                </c:pt>
                <c:pt idx="42">
                  <c:v>0.37523892341534543</c:v>
                </c:pt>
                <c:pt idx="43">
                  <c:v>0.33712293673442029</c:v>
                </c:pt>
                <c:pt idx="44">
                  <c:v>0.35429414369182438</c:v>
                </c:pt>
                <c:pt idx="45">
                  <c:v>0.35870695938552988</c:v>
                </c:pt>
                <c:pt idx="46">
                  <c:v>0.34012505344595562</c:v>
                </c:pt>
                <c:pt idx="47">
                  <c:v>0.35851137134997368</c:v>
                </c:pt>
                <c:pt idx="48">
                  <c:v>0.3524999942626163</c:v>
                </c:pt>
                <c:pt idx="49">
                  <c:v>0.44002587909922741</c:v>
                </c:pt>
                <c:pt idx="50">
                  <c:v>0.47292929192233069</c:v>
                </c:pt>
                <c:pt idx="51">
                  <c:v>0.43538955904381499</c:v>
                </c:pt>
                <c:pt idx="52">
                  <c:v>0.38450368862914691</c:v>
                </c:pt>
                <c:pt idx="53">
                  <c:v>0.42597885310021899</c:v>
                </c:pt>
                <c:pt idx="54">
                  <c:v>0.46692177628728121</c:v>
                </c:pt>
                <c:pt idx="55">
                  <c:v>0.53864805966597584</c:v>
                </c:pt>
                <c:pt idx="56">
                  <c:v>0.48109437460697629</c:v>
                </c:pt>
                <c:pt idx="57">
                  <c:v>0.52749874835960031</c:v>
                </c:pt>
                <c:pt idx="58">
                  <c:v>0.57093680545490766</c:v>
                </c:pt>
                <c:pt idx="59">
                  <c:v>0.67475340263413885</c:v>
                </c:pt>
                <c:pt idx="60">
                  <c:v>0.67873263013523211</c:v>
                </c:pt>
                <c:pt idx="61">
                  <c:v>0.67395341154390942</c:v>
                </c:pt>
                <c:pt idx="62">
                  <c:v>0.67495727754040546</c:v>
                </c:pt>
                <c:pt idx="63">
                  <c:v>0.66662771641027152</c:v>
                </c:pt>
                <c:pt idx="64">
                  <c:v>0.67390936117733669</c:v>
                </c:pt>
                <c:pt idx="65">
                  <c:v>0.61703819241467395</c:v>
                </c:pt>
                <c:pt idx="66">
                  <c:v>0.57575883179580656</c:v>
                </c:pt>
                <c:pt idx="67">
                  <c:v>0.53938071842887569</c:v>
                </c:pt>
                <c:pt idx="68">
                  <c:v>0.54078751674674641</c:v>
                </c:pt>
                <c:pt idx="69">
                  <c:v>0.58862119824590831</c:v>
                </c:pt>
                <c:pt idx="70">
                  <c:v>0.56607026115965253</c:v>
                </c:pt>
                <c:pt idx="71">
                  <c:v>0.58999171291719776</c:v>
                </c:pt>
                <c:pt idx="72">
                  <c:v>0.55421728487124677</c:v>
                </c:pt>
                <c:pt idx="73">
                  <c:v>0.54154443981576483</c:v>
                </c:pt>
                <c:pt idx="74">
                  <c:v>0.56092005892605157</c:v>
                </c:pt>
                <c:pt idx="75">
                  <c:v>0.61565171330859914</c:v>
                </c:pt>
                <c:pt idx="76">
                  <c:v>0.62330853471784797</c:v>
                </c:pt>
                <c:pt idx="77">
                  <c:v>0.67664056719551391</c:v>
                </c:pt>
                <c:pt idx="78">
                  <c:v>0.68971618347562635</c:v>
                </c:pt>
                <c:pt idx="79">
                  <c:v>0.71263693765738023</c:v>
                </c:pt>
                <c:pt idx="80">
                  <c:v>0.69459526558067186</c:v>
                </c:pt>
                <c:pt idx="81">
                  <c:v>0.67292726814457293</c:v>
                </c:pt>
                <c:pt idx="82">
                  <c:v>0.63782593444299607</c:v>
                </c:pt>
                <c:pt idx="83">
                  <c:v>0.58851683656087739</c:v>
                </c:pt>
                <c:pt idx="84">
                  <c:v>0.55928782675428446</c:v>
                </c:pt>
                <c:pt idx="85">
                  <c:v>0.49805726413072432</c:v>
                </c:pt>
                <c:pt idx="86">
                  <c:v>0.52920979671738289</c:v>
                </c:pt>
                <c:pt idx="87">
                  <c:v>0.49592662917363739</c:v>
                </c:pt>
                <c:pt idx="88">
                  <c:v>0.47859375189009429</c:v>
                </c:pt>
                <c:pt idx="89">
                  <c:v>0.47786802141950713</c:v>
                </c:pt>
                <c:pt idx="90">
                  <c:v>0.44459869463344248</c:v>
                </c:pt>
                <c:pt idx="91">
                  <c:v>0.42397916240850358</c:v>
                </c:pt>
                <c:pt idx="92">
                  <c:v>0.34623844280847782</c:v>
                </c:pt>
                <c:pt idx="93">
                  <c:v>0.31264892030076269</c:v>
                </c:pt>
                <c:pt idx="94">
                  <c:v>0.20971101060623329</c:v>
                </c:pt>
                <c:pt idx="95">
                  <c:v>0.21077260340902099</c:v>
                </c:pt>
                <c:pt idx="96">
                  <c:v>0.2101361955012899</c:v>
                </c:pt>
                <c:pt idx="97">
                  <c:v>0.2154083637879643</c:v>
                </c:pt>
                <c:pt idx="98">
                  <c:v>0.22726920027638201</c:v>
                </c:pt>
                <c:pt idx="99">
                  <c:v>0.23161929370063369</c:v>
                </c:pt>
                <c:pt idx="100">
                  <c:v>0.25833140120284198</c:v>
                </c:pt>
                <c:pt idx="101">
                  <c:v>0.27253813194780269</c:v>
                </c:pt>
                <c:pt idx="102">
                  <c:v>0.25198961989415358</c:v>
                </c:pt>
                <c:pt idx="103">
                  <c:v>0.25684197959981242</c:v>
                </c:pt>
                <c:pt idx="104">
                  <c:v>0.2531142111889445</c:v>
                </c:pt>
                <c:pt idx="105">
                  <c:v>0.24389931435420739</c:v>
                </c:pt>
                <c:pt idx="106">
                  <c:v>0.22360149585385269</c:v>
                </c:pt>
                <c:pt idx="107">
                  <c:v>0.20841532509472621</c:v>
                </c:pt>
                <c:pt idx="108">
                  <c:v>0.20929264247864299</c:v>
                </c:pt>
                <c:pt idx="109">
                  <c:v>0.20395946915994301</c:v>
                </c:pt>
                <c:pt idx="110">
                  <c:v>0.2024959286578909</c:v>
                </c:pt>
                <c:pt idx="111">
                  <c:v>0.18826630820380019</c:v>
                </c:pt>
                <c:pt idx="112">
                  <c:v>0.18299208894342781</c:v>
                </c:pt>
                <c:pt idx="113">
                  <c:v>0.15852874028347211</c:v>
                </c:pt>
                <c:pt idx="114">
                  <c:v>0.1583424500998715</c:v>
                </c:pt>
                <c:pt idx="115">
                  <c:v>0.16046200989746859</c:v>
                </c:pt>
                <c:pt idx="116">
                  <c:v>0.1537419840352032</c:v>
                </c:pt>
                <c:pt idx="117">
                  <c:v>0.1576310887415783</c:v>
                </c:pt>
                <c:pt idx="118">
                  <c:v>0.16179189137144781</c:v>
                </c:pt>
                <c:pt idx="119">
                  <c:v>0.14970258684158211</c:v>
                </c:pt>
                <c:pt idx="120">
                  <c:v>0.1509924006910352</c:v>
                </c:pt>
                <c:pt idx="121">
                  <c:v>0.15015176061811611</c:v>
                </c:pt>
                <c:pt idx="122">
                  <c:v>0.13914103334271219</c:v>
                </c:pt>
                <c:pt idx="123">
                  <c:v>0.13947829798304781</c:v>
                </c:pt>
                <c:pt idx="124">
                  <c:v>0.12702158379731651</c:v>
                </c:pt>
                <c:pt idx="125">
                  <c:v>0.1190952778763036</c:v>
                </c:pt>
                <c:pt idx="126">
                  <c:v>0.1208286991137103</c:v>
                </c:pt>
                <c:pt idx="127">
                  <c:v>0.1305101453071055</c:v>
                </c:pt>
                <c:pt idx="128">
                  <c:v>0.1154471628406215</c:v>
                </c:pt>
                <c:pt idx="129">
                  <c:v>0.10288054588430789</c:v>
                </c:pt>
                <c:pt idx="130">
                  <c:v>0.11286155698174311</c:v>
                </c:pt>
                <c:pt idx="131">
                  <c:v>0.1076437892810142</c:v>
                </c:pt>
                <c:pt idx="132">
                  <c:v>0.1114515532298725</c:v>
                </c:pt>
                <c:pt idx="133">
                  <c:v>0.1193820888608583</c:v>
                </c:pt>
                <c:pt idx="134">
                  <c:v>0.13111590128061679</c:v>
                </c:pt>
                <c:pt idx="135">
                  <c:v>0.1236371296294133</c:v>
                </c:pt>
                <c:pt idx="136">
                  <c:v>0.1129982958576098</c:v>
                </c:pt>
                <c:pt idx="137">
                  <c:v>0.1062562732191619</c:v>
                </c:pt>
                <c:pt idx="138">
                  <c:v>0.11232340072460791</c:v>
                </c:pt>
                <c:pt idx="139">
                  <c:v>0.106211963223525</c:v>
                </c:pt>
                <c:pt idx="140">
                  <c:v>0.1082110527804538</c:v>
                </c:pt>
                <c:pt idx="141">
                  <c:v>0.109753251228506</c:v>
                </c:pt>
                <c:pt idx="142">
                  <c:v>0.1018548058820857</c:v>
                </c:pt>
                <c:pt idx="143">
                  <c:v>9.6385829545372934E-2</c:v>
                </c:pt>
                <c:pt idx="144">
                  <c:v>9.5896851269807321E-2</c:v>
                </c:pt>
                <c:pt idx="145">
                  <c:v>9.910509655601564E-2</c:v>
                </c:pt>
                <c:pt idx="146">
                  <c:v>0.10103801462558069</c:v>
                </c:pt>
                <c:pt idx="147">
                  <c:v>0.10263984342827399</c:v>
                </c:pt>
                <c:pt idx="148">
                  <c:v>0.1003794218666187</c:v>
                </c:pt>
                <c:pt idx="149">
                  <c:v>0.10419941898914301</c:v>
                </c:pt>
                <c:pt idx="150">
                  <c:v>9.2461961674595333E-2</c:v>
                </c:pt>
                <c:pt idx="151">
                  <c:v>9.7635584702894199E-2</c:v>
                </c:pt>
                <c:pt idx="152">
                  <c:v>9.4554544173752059E-2</c:v>
                </c:pt>
                <c:pt idx="153">
                  <c:v>9.7364527107108384E-2</c:v>
                </c:pt>
                <c:pt idx="154">
                  <c:v>9.3867418295746755E-2</c:v>
                </c:pt>
                <c:pt idx="155">
                  <c:v>8.9674097314039122E-2</c:v>
                </c:pt>
                <c:pt idx="156">
                  <c:v>8.6848872673679967E-2</c:v>
                </c:pt>
                <c:pt idx="157">
                  <c:v>8.8888799639644384E-2</c:v>
                </c:pt>
                <c:pt idx="158">
                  <c:v>8.9734563003819198E-2</c:v>
                </c:pt>
                <c:pt idx="159">
                  <c:v>8.9715885855461849E-2</c:v>
                </c:pt>
                <c:pt idx="160">
                  <c:v>9.0465136413597061E-2</c:v>
                </c:pt>
                <c:pt idx="161">
                  <c:v>8.9396276076298978E-2</c:v>
                </c:pt>
                <c:pt idx="162">
                  <c:v>8.8045652498473931E-2</c:v>
                </c:pt>
                <c:pt idx="163">
                  <c:v>8.7328327207779929E-2</c:v>
                </c:pt>
                <c:pt idx="164">
                  <c:v>8.8986393142991504E-2</c:v>
                </c:pt>
                <c:pt idx="165">
                  <c:v>8.643638641750491E-2</c:v>
                </c:pt>
                <c:pt idx="166">
                  <c:v>8.1311400694891983E-2</c:v>
                </c:pt>
                <c:pt idx="167">
                  <c:v>8.2123148747077185E-2</c:v>
                </c:pt>
                <c:pt idx="168">
                  <c:v>8.1173970810119428E-2</c:v>
                </c:pt>
                <c:pt idx="169">
                  <c:v>8.6182593306330713E-2</c:v>
                </c:pt>
                <c:pt idx="170">
                  <c:v>9.4455115224411537E-2</c:v>
                </c:pt>
                <c:pt idx="171">
                  <c:v>0.10007852416429031</c:v>
                </c:pt>
                <c:pt idx="172">
                  <c:v>0.10515200549388801</c:v>
                </c:pt>
                <c:pt idx="173">
                  <c:v>0.1059508740148041</c:v>
                </c:pt>
                <c:pt idx="174">
                  <c:v>0.1085169071215351</c:v>
                </c:pt>
                <c:pt idx="175">
                  <c:v>0.1094683520012831</c:v>
                </c:pt>
                <c:pt idx="176">
                  <c:v>0.1037197393387691</c:v>
                </c:pt>
                <c:pt idx="177">
                  <c:v>0.10894814807401509</c:v>
                </c:pt>
                <c:pt idx="178">
                  <c:v>0.1148407482524539</c:v>
                </c:pt>
                <c:pt idx="179">
                  <c:v>0.115668958354454</c:v>
                </c:pt>
                <c:pt idx="180">
                  <c:v>0.1143003883461558</c:v>
                </c:pt>
                <c:pt idx="181">
                  <c:v>0.10915235808853049</c:v>
                </c:pt>
                <c:pt idx="182">
                  <c:v>0.1092225396415952</c:v>
                </c:pt>
                <c:pt idx="183">
                  <c:v>0.1160703892542411</c:v>
                </c:pt>
                <c:pt idx="184">
                  <c:v>0.1192361637330371</c:v>
                </c:pt>
                <c:pt idx="185">
                  <c:v>0.1195835360870881</c:v>
                </c:pt>
                <c:pt idx="186">
                  <c:v>0.1196721457699652</c:v>
                </c:pt>
                <c:pt idx="187">
                  <c:v>0.13177607932683219</c:v>
                </c:pt>
                <c:pt idx="188">
                  <c:v>0.126702402035515</c:v>
                </c:pt>
                <c:pt idx="189">
                  <c:v>0.13319215440424101</c:v>
                </c:pt>
                <c:pt idx="190">
                  <c:v>0.12121292961658341</c:v>
                </c:pt>
                <c:pt idx="191">
                  <c:v>0.1163105166381712</c:v>
                </c:pt>
                <c:pt idx="192">
                  <c:v>0.1215326069422486</c:v>
                </c:pt>
                <c:pt idx="193">
                  <c:v>0.11977173117429769</c:v>
                </c:pt>
                <c:pt idx="194">
                  <c:v>0.1161895174623284</c:v>
                </c:pt>
                <c:pt idx="195">
                  <c:v>0.1145399542124038</c:v>
                </c:pt>
                <c:pt idx="196">
                  <c:v>0.1135898403060094</c:v>
                </c:pt>
                <c:pt idx="197">
                  <c:v>0.1183221811059839</c:v>
                </c:pt>
                <c:pt idx="198">
                  <c:v>0.1198415722870932</c:v>
                </c:pt>
                <c:pt idx="199">
                  <c:v>0.11286817796895671</c:v>
                </c:pt>
                <c:pt idx="200">
                  <c:v>0.1139269269824095</c:v>
                </c:pt>
                <c:pt idx="201">
                  <c:v>0.1058621569094486</c:v>
                </c:pt>
                <c:pt idx="202">
                  <c:v>0.1095332529740275</c:v>
                </c:pt>
                <c:pt idx="203">
                  <c:v>0.11375179132465491</c:v>
                </c:pt>
                <c:pt idx="204">
                  <c:v>0.11217926356526731</c:v>
                </c:pt>
                <c:pt idx="205">
                  <c:v>0.12752639552277881</c:v>
                </c:pt>
                <c:pt idx="206">
                  <c:v>0.1228797906879761</c:v>
                </c:pt>
                <c:pt idx="207">
                  <c:v>0.12723295354751341</c:v>
                </c:pt>
                <c:pt idx="208">
                  <c:v>0.13713968766337811</c:v>
                </c:pt>
                <c:pt idx="209">
                  <c:v>0.13554631676634479</c:v>
                </c:pt>
                <c:pt idx="210">
                  <c:v>0.1242741950679515</c:v>
                </c:pt>
                <c:pt idx="211">
                  <c:v>0.1174647014287008</c:v>
                </c:pt>
                <c:pt idx="212">
                  <c:v>0.12181617885192091</c:v>
                </c:pt>
                <c:pt idx="213">
                  <c:v>0.1226645698380866</c:v>
                </c:pt>
                <c:pt idx="214">
                  <c:v>9.5520399104829248E-2</c:v>
                </c:pt>
                <c:pt idx="215">
                  <c:v>0.1040205512740717</c:v>
                </c:pt>
                <c:pt idx="216">
                  <c:v>0.1000567140387001</c:v>
                </c:pt>
                <c:pt idx="217">
                  <c:v>0.1097176520997391</c:v>
                </c:pt>
                <c:pt idx="218">
                  <c:v>0.1071570563881151</c:v>
                </c:pt>
                <c:pt idx="219">
                  <c:v>0.10412287553653039</c:v>
                </c:pt>
                <c:pt idx="220">
                  <c:v>0.10925188430028319</c:v>
                </c:pt>
                <c:pt idx="221">
                  <c:v>0.1018128972064913</c:v>
                </c:pt>
                <c:pt idx="222">
                  <c:v>0.10400681730637711</c:v>
                </c:pt>
                <c:pt idx="223">
                  <c:v>9.2829290571864259E-2</c:v>
                </c:pt>
                <c:pt idx="224">
                  <c:v>9.1321058537047292E-2</c:v>
                </c:pt>
                <c:pt idx="225">
                  <c:v>9.2783355139556781E-2</c:v>
                </c:pt>
                <c:pt idx="226">
                  <c:v>9.5175548898042001E-2</c:v>
                </c:pt>
                <c:pt idx="227">
                  <c:v>9.527212112315156E-2</c:v>
                </c:pt>
                <c:pt idx="228">
                  <c:v>9.8538191295652486E-2</c:v>
                </c:pt>
                <c:pt idx="229">
                  <c:v>9.2851631622056438E-2</c:v>
                </c:pt>
                <c:pt idx="230">
                  <c:v>8.3939148906028715E-2</c:v>
                </c:pt>
                <c:pt idx="231">
                  <c:v>7.3217161320541957E-2</c:v>
                </c:pt>
                <c:pt idx="232">
                  <c:v>8.630488096281741E-2</c:v>
                </c:pt>
                <c:pt idx="233">
                  <c:v>9.2216824547512788E-2</c:v>
                </c:pt>
                <c:pt idx="234">
                  <c:v>9.114857689017189E-2</c:v>
                </c:pt>
                <c:pt idx="235">
                  <c:v>9.5802547465838786E-2</c:v>
                </c:pt>
                <c:pt idx="236">
                  <c:v>9.7325531181998493E-2</c:v>
                </c:pt>
                <c:pt idx="237">
                  <c:v>0.1046850658441084</c:v>
                </c:pt>
                <c:pt idx="238">
                  <c:v>0.1026856503792609</c:v>
                </c:pt>
                <c:pt idx="239">
                  <c:v>0.1154303926180037</c:v>
                </c:pt>
                <c:pt idx="240">
                  <c:v>0.12157412701648269</c:v>
                </c:pt>
                <c:pt idx="241">
                  <c:v>0.1217412029735013</c:v>
                </c:pt>
                <c:pt idx="242">
                  <c:v>0.12361511180036309</c:v>
                </c:pt>
                <c:pt idx="243">
                  <c:v>0.1298420415081907</c:v>
                </c:pt>
                <c:pt idx="244">
                  <c:v>0.136805928836427</c:v>
                </c:pt>
                <c:pt idx="245">
                  <c:v>0.1387712309337252</c:v>
                </c:pt>
                <c:pt idx="246">
                  <c:v>0.14557802140144349</c:v>
                </c:pt>
                <c:pt idx="247">
                  <c:v>0.14250765672307189</c:v>
                </c:pt>
                <c:pt idx="248">
                  <c:v>0.1376313004066938</c:v>
                </c:pt>
                <c:pt idx="249">
                  <c:v>0.13363432465925831</c:v>
                </c:pt>
                <c:pt idx="250">
                  <c:v>0.13055257581580471</c:v>
                </c:pt>
                <c:pt idx="251">
                  <c:v>0.1147391004478977</c:v>
                </c:pt>
                <c:pt idx="252">
                  <c:v>0.12678221319935801</c:v>
                </c:pt>
                <c:pt idx="253">
                  <c:v>0.1128429460613304</c:v>
                </c:pt>
                <c:pt idx="254">
                  <c:v>0.1146776057198086</c:v>
                </c:pt>
                <c:pt idx="255">
                  <c:v>0.12337516882013989</c:v>
                </c:pt>
                <c:pt idx="256">
                  <c:v>0.1192828504691312</c:v>
                </c:pt>
                <c:pt idx="257">
                  <c:v>0.11676672051321201</c:v>
                </c:pt>
                <c:pt idx="258">
                  <c:v>9.9064045372386611E-2</c:v>
                </c:pt>
                <c:pt idx="259">
                  <c:v>0.1060360626407283</c:v>
                </c:pt>
                <c:pt idx="260">
                  <c:v>0.10835146838688289</c:v>
                </c:pt>
                <c:pt idx="261">
                  <c:v>8.9627926170791059E-2</c:v>
                </c:pt>
                <c:pt idx="262">
                  <c:v>9.0067027373933253E-2</c:v>
                </c:pt>
                <c:pt idx="263">
                  <c:v>9.5634652694490827E-2</c:v>
                </c:pt>
                <c:pt idx="264">
                  <c:v>8.9094428879886459E-2</c:v>
                </c:pt>
                <c:pt idx="265">
                  <c:v>9.5634319702358764E-2</c:v>
                </c:pt>
                <c:pt idx="266">
                  <c:v>9.5388553760893197E-2</c:v>
                </c:pt>
                <c:pt idx="267">
                  <c:v>9.6758907381874967E-2</c:v>
                </c:pt>
                <c:pt idx="268">
                  <c:v>9.7856824732033526E-2</c:v>
                </c:pt>
                <c:pt idx="269">
                  <c:v>0.1003922937575828</c:v>
                </c:pt>
                <c:pt idx="270">
                  <c:v>9.9350206858327808E-2</c:v>
                </c:pt>
                <c:pt idx="271">
                  <c:v>9.5666176672689174E-2</c:v>
                </c:pt>
                <c:pt idx="272">
                  <c:v>9.7504178517440671E-2</c:v>
                </c:pt>
                <c:pt idx="273">
                  <c:v>8.9884729483914835E-2</c:v>
                </c:pt>
                <c:pt idx="274">
                  <c:v>7.9023964287823281E-2</c:v>
                </c:pt>
                <c:pt idx="275">
                  <c:v>8.6379673467353105E-2</c:v>
                </c:pt>
                <c:pt idx="276">
                  <c:v>8.8699194513102209E-2</c:v>
                </c:pt>
                <c:pt idx="277">
                  <c:v>8.3459522025494157E-2</c:v>
                </c:pt>
                <c:pt idx="278">
                  <c:v>8.5384102559515271E-2</c:v>
                </c:pt>
                <c:pt idx="279">
                  <c:v>8.7011368022100466E-2</c:v>
                </c:pt>
                <c:pt idx="280">
                  <c:v>8.3869853749657344E-2</c:v>
                </c:pt>
                <c:pt idx="281">
                  <c:v>8.3115836257360784E-2</c:v>
                </c:pt>
                <c:pt idx="282">
                  <c:v>8.1176935609872686E-2</c:v>
                </c:pt>
                <c:pt idx="283">
                  <c:v>7.8490749624348405E-2</c:v>
                </c:pt>
                <c:pt idx="284">
                  <c:v>7.4635701901857837E-2</c:v>
                </c:pt>
                <c:pt idx="285">
                  <c:v>7.4011184418773787E-2</c:v>
                </c:pt>
                <c:pt idx="286">
                  <c:v>7.1828377178602243E-2</c:v>
                </c:pt>
                <c:pt idx="287">
                  <c:v>6.7360585038592075E-2</c:v>
                </c:pt>
                <c:pt idx="288">
                  <c:v>6.6849776715864132E-2</c:v>
                </c:pt>
                <c:pt idx="289">
                  <c:v>6.9547981866861106E-2</c:v>
                </c:pt>
                <c:pt idx="290">
                  <c:v>6.9355583906097626E-2</c:v>
                </c:pt>
                <c:pt idx="291">
                  <c:v>6.372385999898901E-2</c:v>
                </c:pt>
                <c:pt idx="292">
                  <c:v>6.8146663234977464E-2</c:v>
                </c:pt>
                <c:pt idx="293">
                  <c:v>7.0291925296923449E-2</c:v>
                </c:pt>
                <c:pt idx="294">
                  <c:v>7.1809484968414702E-2</c:v>
                </c:pt>
                <c:pt idx="295">
                  <c:v>7.2461507376652592E-2</c:v>
                </c:pt>
                <c:pt idx="296">
                  <c:v>7.1565164225882869E-2</c:v>
                </c:pt>
                <c:pt idx="297">
                  <c:v>7.4062365920842851E-2</c:v>
                </c:pt>
                <c:pt idx="298">
                  <c:v>7.6481114353009069E-2</c:v>
                </c:pt>
                <c:pt idx="299">
                  <c:v>7.5532965748897063E-2</c:v>
                </c:pt>
                <c:pt idx="300">
                  <c:v>7.6235128399218144E-2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1D-4D98-B070-980B28AB52AB}"/>
            </c:ext>
          </c:extLst>
        </c:ser>
        <c:ser>
          <c:idx val="1"/>
          <c:order val="1"/>
          <c:tx>
            <c:strRef>
              <c:f>nav!$C$1</c:f>
              <c:strCache>
                <c:ptCount val="1"/>
                <c:pt idx="0">
                  <c:v>Q(2/5)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nav!$G$2:$G$302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nav!$C$2:$C$302</c:f>
              <c:numCache>
                <c:formatCode>General</c:formatCode>
                <c:ptCount val="301"/>
                <c:pt idx="0">
                  <c:v>1</c:v>
                </c:pt>
                <c:pt idx="1">
                  <c:v>1.3460821817308599</c:v>
                </c:pt>
                <c:pt idx="2">
                  <c:v>1.405547899340932</c:v>
                </c:pt>
                <c:pt idx="3">
                  <c:v>1.257962914255935</c:v>
                </c:pt>
                <c:pt idx="4">
                  <c:v>1.320304147226208</c:v>
                </c:pt>
                <c:pt idx="5">
                  <c:v>1.4317605775852409</c:v>
                </c:pt>
                <c:pt idx="6">
                  <c:v>1.44011649135027</c:v>
                </c:pt>
                <c:pt idx="7">
                  <c:v>1.2259139753728561</c:v>
                </c:pt>
                <c:pt idx="8">
                  <c:v>1.1418079643636669</c:v>
                </c:pt>
                <c:pt idx="9">
                  <c:v>0.97587952305730297</c:v>
                </c:pt>
                <c:pt idx="10">
                  <c:v>1.16647818391813</c:v>
                </c:pt>
                <c:pt idx="11">
                  <c:v>1.2653397129462189</c:v>
                </c:pt>
                <c:pt idx="12">
                  <c:v>1.274196427515996</c:v>
                </c:pt>
                <c:pt idx="13">
                  <c:v>1.3841565739195549</c:v>
                </c:pt>
                <c:pt idx="14">
                  <c:v>1.4079060121687641</c:v>
                </c:pt>
                <c:pt idx="15">
                  <c:v>1.5409788967520579</c:v>
                </c:pt>
                <c:pt idx="16">
                  <c:v>1.309907282495111</c:v>
                </c:pt>
                <c:pt idx="17">
                  <c:v>1.2374526291347689</c:v>
                </c:pt>
                <c:pt idx="18">
                  <c:v>1.1019642729793779</c:v>
                </c:pt>
                <c:pt idx="19">
                  <c:v>1.1130395596785561</c:v>
                </c:pt>
                <c:pt idx="20">
                  <c:v>1.129105273535691</c:v>
                </c:pt>
                <c:pt idx="21">
                  <c:v>0.91549942168324439</c:v>
                </c:pt>
                <c:pt idx="22">
                  <c:v>0.95910756235555306</c:v>
                </c:pt>
                <c:pt idx="23">
                  <c:v>0.98246227628170635</c:v>
                </c:pt>
                <c:pt idx="24">
                  <c:v>0.86418125836339621</c:v>
                </c:pt>
                <c:pt idx="25">
                  <c:v>0.84077775048027847</c:v>
                </c:pt>
                <c:pt idx="26">
                  <c:v>0.83664937505801118</c:v>
                </c:pt>
                <c:pt idx="27">
                  <c:v>0.72236873335978047</c:v>
                </c:pt>
                <c:pt idx="28">
                  <c:v>0.82459078401360208</c:v>
                </c:pt>
                <c:pt idx="29">
                  <c:v>0.88729683087550149</c:v>
                </c:pt>
                <c:pt idx="30">
                  <c:v>0.93062847806529647</c:v>
                </c:pt>
                <c:pt idx="31">
                  <c:v>0.92231717951598136</c:v>
                </c:pt>
                <c:pt idx="32">
                  <c:v>0.92362157893975017</c:v>
                </c:pt>
                <c:pt idx="33">
                  <c:v>0.86178931725406027</c:v>
                </c:pt>
                <c:pt idx="34">
                  <c:v>0.86568386547674725</c:v>
                </c:pt>
                <c:pt idx="35">
                  <c:v>0.87649731027438471</c:v>
                </c:pt>
                <c:pt idx="36">
                  <c:v>0.89815328650650939</c:v>
                </c:pt>
                <c:pt idx="37">
                  <c:v>0.87288628113016697</c:v>
                </c:pt>
                <c:pt idx="38">
                  <c:v>0.87260464733362486</c:v>
                </c:pt>
                <c:pt idx="39">
                  <c:v>0.85890313202809754</c:v>
                </c:pt>
                <c:pt idx="40">
                  <c:v>0.89333622715086169</c:v>
                </c:pt>
                <c:pt idx="41">
                  <c:v>0.80792672227368356</c:v>
                </c:pt>
                <c:pt idx="42">
                  <c:v>0.79057577642166854</c:v>
                </c:pt>
                <c:pt idx="43">
                  <c:v>0.7402117648234926</c:v>
                </c:pt>
                <c:pt idx="44">
                  <c:v>0.76539725091432687</c:v>
                </c:pt>
                <c:pt idx="45">
                  <c:v>0.77820384685315247</c:v>
                </c:pt>
                <c:pt idx="46">
                  <c:v>0.76702802664050895</c:v>
                </c:pt>
                <c:pt idx="47">
                  <c:v>0.80363493741379854</c:v>
                </c:pt>
                <c:pt idx="48">
                  <c:v>0.84699415817705781</c:v>
                </c:pt>
                <c:pt idx="49">
                  <c:v>1.024971243095212</c:v>
                </c:pt>
                <c:pt idx="50">
                  <c:v>1.1762295915101</c:v>
                </c:pt>
                <c:pt idx="51">
                  <c:v>1.0995737095212521</c:v>
                </c:pt>
                <c:pt idx="52">
                  <c:v>1.039128787057751</c:v>
                </c:pt>
                <c:pt idx="53">
                  <c:v>1.134383064418532</c:v>
                </c:pt>
                <c:pt idx="54">
                  <c:v>1.2447008571382909</c:v>
                </c:pt>
                <c:pt idx="55">
                  <c:v>1.4439037103613399</c:v>
                </c:pt>
                <c:pt idx="56">
                  <c:v>1.3606144762939989</c:v>
                </c:pt>
                <c:pt idx="57">
                  <c:v>1.5220115662658971</c:v>
                </c:pt>
                <c:pt idx="58">
                  <c:v>1.635002842246057</c:v>
                </c:pt>
                <c:pt idx="59">
                  <c:v>1.900835343887008</c:v>
                </c:pt>
                <c:pt idx="60">
                  <c:v>1.947560242398561</c:v>
                </c:pt>
                <c:pt idx="61">
                  <c:v>1.89520824915001</c:v>
                </c:pt>
                <c:pt idx="62">
                  <c:v>1.8781651414486931</c:v>
                </c:pt>
                <c:pt idx="63">
                  <c:v>1.8757741429729959</c:v>
                </c:pt>
                <c:pt idx="64">
                  <c:v>1.9162697899002099</c:v>
                </c:pt>
                <c:pt idx="65">
                  <c:v>1.736870580796857</c:v>
                </c:pt>
                <c:pt idx="66">
                  <c:v>1.652967034543549</c:v>
                </c:pt>
                <c:pt idx="67">
                  <c:v>1.5943698345434989</c:v>
                </c:pt>
                <c:pt idx="68">
                  <c:v>1.680109217613633</c:v>
                </c:pt>
                <c:pt idx="69">
                  <c:v>1.7847720520130561</c:v>
                </c:pt>
                <c:pt idx="70">
                  <c:v>1.753199093139457</c:v>
                </c:pt>
                <c:pt idx="71">
                  <c:v>1.887241972319571</c:v>
                </c:pt>
                <c:pt idx="72">
                  <c:v>1.8519323519374069</c:v>
                </c:pt>
                <c:pt idx="73">
                  <c:v>1.8220443414939631</c:v>
                </c:pt>
                <c:pt idx="74">
                  <c:v>1.916560790504251</c:v>
                </c:pt>
                <c:pt idx="75">
                  <c:v>2.1117176164075482</c:v>
                </c:pt>
                <c:pt idx="76">
                  <c:v>2.245853442575469</c:v>
                </c:pt>
                <c:pt idx="77">
                  <c:v>2.5332388074519701</c:v>
                </c:pt>
                <c:pt idx="78">
                  <c:v>2.6402629584509238</c:v>
                </c:pt>
                <c:pt idx="79">
                  <c:v>2.8344810137510632</c:v>
                </c:pt>
                <c:pt idx="80">
                  <c:v>2.7556525999847579</c:v>
                </c:pt>
                <c:pt idx="81">
                  <c:v>2.7541878073165509</c:v>
                </c:pt>
                <c:pt idx="82">
                  <c:v>2.5884615009908911</c:v>
                </c:pt>
                <c:pt idx="83">
                  <c:v>2.3678638331906852</c:v>
                </c:pt>
                <c:pt idx="84">
                  <c:v>2.345170270358957</c:v>
                </c:pt>
                <c:pt idx="85">
                  <c:v>2.0981083772520832</c:v>
                </c:pt>
                <c:pt idx="86">
                  <c:v>2.284184283348401</c:v>
                </c:pt>
                <c:pt idx="87">
                  <c:v>2.157232999069858</c:v>
                </c:pt>
                <c:pt idx="88">
                  <c:v>2.1721842905436501</c:v>
                </c:pt>
                <c:pt idx="89">
                  <c:v>2.2314866776603619</c:v>
                </c:pt>
                <c:pt idx="90">
                  <c:v>2.0692721668806011</c:v>
                </c:pt>
                <c:pt idx="91">
                  <c:v>1.925811441780602</c:v>
                </c:pt>
                <c:pt idx="92">
                  <c:v>1.6597550556060841</c:v>
                </c:pt>
                <c:pt idx="93">
                  <c:v>1.5668985473347921</c:v>
                </c:pt>
                <c:pt idx="94">
                  <c:v>1.1031556617025831</c:v>
                </c:pt>
                <c:pt idx="95">
                  <c:v>1.109226003354737</c:v>
                </c:pt>
                <c:pt idx="96">
                  <c:v>1.2303933336049759</c:v>
                </c:pt>
                <c:pt idx="97">
                  <c:v>1.297273795143032</c:v>
                </c:pt>
                <c:pt idx="98">
                  <c:v>1.292450363621265</c:v>
                </c:pt>
                <c:pt idx="99">
                  <c:v>1.4388975053687061</c:v>
                </c:pt>
                <c:pt idx="100">
                  <c:v>1.7622279390230871</c:v>
                </c:pt>
                <c:pt idx="101">
                  <c:v>1.814505448378974</c:v>
                </c:pt>
                <c:pt idx="102">
                  <c:v>1.77851380367212</c:v>
                </c:pt>
                <c:pt idx="103">
                  <c:v>1.8984408012239991</c:v>
                </c:pt>
                <c:pt idx="104">
                  <c:v>1.920935251116344</c:v>
                </c:pt>
                <c:pt idx="105">
                  <c:v>1.8996818861091711</c:v>
                </c:pt>
                <c:pt idx="106">
                  <c:v>1.8263980616260489</c:v>
                </c:pt>
                <c:pt idx="107">
                  <c:v>1.736175715451979</c:v>
                </c:pt>
                <c:pt idx="108">
                  <c:v>1.913555355094438</c:v>
                </c:pt>
                <c:pt idx="109">
                  <c:v>1.8848799904628291</c:v>
                </c:pt>
                <c:pt idx="110">
                  <c:v>1.930580383030708</c:v>
                </c:pt>
                <c:pt idx="111">
                  <c:v>1.970766807689406</c:v>
                </c:pt>
                <c:pt idx="112">
                  <c:v>1.992459552684303</c:v>
                </c:pt>
                <c:pt idx="113">
                  <c:v>1.796527966869554</c:v>
                </c:pt>
                <c:pt idx="114">
                  <c:v>1.828063468812956</c:v>
                </c:pt>
                <c:pt idx="115">
                  <c:v>1.854456679424926</c:v>
                </c:pt>
                <c:pt idx="116">
                  <c:v>1.821491808688509</c:v>
                </c:pt>
                <c:pt idx="117">
                  <c:v>1.935506938478234</c:v>
                </c:pt>
                <c:pt idx="118">
                  <c:v>2.0595619639022171</c:v>
                </c:pt>
                <c:pt idx="119">
                  <c:v>1.982968451364248</c:v>
                </c:pt>
                <c:pt idx="120">
                  <c:v>2.0798362931386651</c:v>
                </c:pt>
                <c:pt idx="121">
                  <c:v>2.100109000155709</c:v>
                </c:pt>
                <c:pt idx="122">
                  <c:v>1.9832706296264719</c:v>
                </c:pt>
                <c:pt idx="123">
                  <c:v>2.0821010460108789</c:v>
                </c:pt>
                <c:pt idx="124">
                  <c:v>2.0498922439671841</c:v>
                </c:pt>
                <c:pt idx="125">
                  <c:v>1.9221776196073881</c:v>
                </c:pt>
                <c:pt idx="126">
                  <c:v>1.9027684669997571</c:v>
                </c:pt>
                <c:pt idx="127">
                  <c:v>2.049658585388459</c:v>
                </c:pt>
                <c:pt idx="128">
                  <c:v>1.8205665106484741</c:v>
                </c:pt>
                <c:pt idx="129">
                  <c:v>1.57869718676746</c:v>
                </c:pt>
                <c:pt idx="130">
                  <c:v>1.739737808155724</c:v>
                </c:pt>
                <c:pt idx="131">
                  <c:v>1.704634038971033</c:v>
                </c:pt>
                <c:pt idx="132">
                  <c:v>1.7835896482080991</c:v>
                </c:pt>
                <c:pt idx="133">
                  <c:v>1.924468426051051</c:v>
                </c:pt>
                <c:pt idx="134">
                  <c:v>2.1464010686858441</c:v>
                </c:pt>
                <c:pt idx="135">
                  <c:v>2.058240101586307</c:v>
                </c:pt>
                <c:pt idx="136">
                  <c:v>1.927922417241833</c:v>
                </c:pt>
                <c:pt idx="137">
                  <c:v>1.818445140638691</c:v>
                </c:pt>
                <c:pt idx="138">
                  <c:v>1.925752790603094</c:v>
                </c:pt>
                <c:pt idx="139">
                  <c:v>1.8727374196572739</c:v>
                </c:pt>
                <c:pt idx="140">
                  <c:v>1.9805803105108319</c:v>
                </c:pt>
                <c:pt idx="141">
                  <c:v>2.0751579674595582</c:v>
                </c:pt>
                <c:pt idx="142">
                  <c:v>1.964195511132188</c:v>
                </c:pt>
                <c:pt idx="143">
                  <c:v>1.8869457070848941</c:v>
                </c:pt>
                <c:pt idx="144">
                  <c:v>1.912784445005173</c:v>
                </c:pt>
                <c:pt idx="145">
                  <c:v>1.9978976286760419</c:v>
                </c:pt>
                <c:pt idx="146">
                  <c:v>2.0341406708153951</c:v>
                </c:pt>
                <c:pt idx="147">
                  <c:v>2.077993512489309</c:v>
                </c:pt>
                <c:pt idx="148">
                  <c:v>2.0736306339115469</c:v>
                </c:pt>
                <c:pt idx="149">
                  <c:v>2.182357832264624</c:v>
                </c:pt>
                <c:pt idx="150">
                  <c:v>1.953945289385504</c:v>
                </c:pt>
                <c:pt idx="151">
                  <c:v>2.0285323614097539</c:v>
                </c:pt>
                <c:pt idx="152">
                  <c:v>1.9651328046401679</c:v>
                </c:pt>
                <c:pt idx="153">
                  <c:v>2.019691940195028</c:v>
                </c:pt>
                <c:pt idx="154">
                  <c:v>1.9808754700432969</c:v>
                </c:pt>
                <c:pt idx="155">
                  <c:v>1.894657650588359</c:v>
                </c:pt>
                <c:pt idx="156">
                  <c:v>1.851048734552474</c:v>
                </c:pt>
                <c:pt idx="157">
                  <c:v>1.872518051245269</c:v>
                </c:pt>
                <c:pt idx="158">
                  <c:v>1.927607580507902</c:v>
                </c:pt>
                <c:pt idx="159">
                  <c:v>1.9686234825783</c:v>
                </c:pt>
                <c:pt idx="160">
                  <c:v>2.0154968217289291</c:v>
                </c:pt>
                <c:pt idx="161">
                  <c:v>2.0015844189940211</c:v>
                </c:pt>
                <c:pt idx="162">
                  <c:v>1.970525650610554</c:v>
                </c:pt>
                <c:pt idx="163">
                  <c:v>1.981148739922</c:v>
                </c:pt>
                <c:pt idx="164">
                  <c:v>2.0183704560572018</c:v>
                </c:pt>
                <c:pt idx="165">
                  <c:v>2.0265768796851549</c:v>
                </c:pt>
                <c:pt idx="166">
                  <c:v>1.9622337690055951</c:v>
                </c:pt>
                <c:pt idx="167">
                  <c:v>1.9717328592296679</c:v>
                </c:pt>
                <c:pt idx="168">
                  <c:v>1.965309357435931</c:v>
                </c:pt>
                <c:pt idx="169">
                  <c:v>2.0741338371490889</c:v>
                </c:pt>
                <c:pt idx="170">
                  <c:v>2.2559236059109868</c:v>
                </c:pt>
                <c:pt idx="171">
                  <c:v>2.412636980589689</c:v>
                </c:pt>
                <c:pt idx="172">
                  <c:v>2.5168759855111968</c:v>
                </c:pt>
                <c:pt idx="173">
                  <c:v>2.5325863250747118</c:v>
                </c:pt>
                <c:pt idx="174">
                  <c:v>2.5418062688977199</c:v>
                </c:pt>
                <c:pt idx="175">
                  <c:v>2.53086546865867</c:v>
                </c:pt>
                <c:pt idx="176">
                  <c:v>2.3533763299930972</c:v>
                </c:pt>
                <c:pt idx="177">
                  <c:v>2.4572653006509961</c:v>
                </c:pt>
                <c:pt idx="178">
                  <c:v>2.564156691966184</c:v>
                </c:pt>
                <c:pt idx="179">
                  <c:v>2.5602119912807262</c:v>
                </c:pt>
                <c:pt idx="180">
                  <c:v>2.6139303322830352</c:v>
                </c:pt>
                <c:pt idx="181">
                  <c:v>2.49595674795109</c:v>
                </c:pt>
                <c:pt idx="182">
                  <c:v>2.5090700057323811</c:v>
                </c:pt>
                <c:pt idx="183">
                  <c:v>2.683356091714054</c:v>
                </c:pt>
                <c:pt idx="184">
                  <c:v>2.7946384305961032</c:v>
                </c:pt>
                <c:pt idx="185">
                  <c:v>2.7554616133745542</c:v>
                </c:pt>
                <c:pt idx="186">
                  <c:v>2.7470956003201841</c:v>
                </c:pt>
                <c:pt idx="187">
                  <c:v>2.8957694298255401</c:v>
                </c:pt>
                <c:pt idx="188">
                  <c:v>2.7818156248375341</c:v>
                </c:pt>
                <c:pt idx="189">
                  <c:v>2.9010885996083151</c:v>
                </c:pt>
                <c:pt idx="190">
                  <c:v>2.7001042666778621</c:v>
                </c:pt>
                <c:pt idx="191">
                  <c:v>2.6296313897847221</c:v>
                </c:pt>
                <c:pt idx="192">
                  <c:v>2.8047609193756622</c:v>
                </c:pt>
                <c:pt idx="193">
                  <c:v>2.7761619718712338</c:v>
                </c:pt>
                <c:pt idx="194">
                  <c:v>2.74247680607002</c:v>
                </c:pt>
                <c:pt idx="195">
                  <c:v>2.7747951055320179</c:v>
                </c:pt>
                <c:pt idx="196">
                  <c:v>2.7764459511042219</c:v>
                </c:pt>
                <c:pt idx="197">
                  <c:v>2.860183478827977</c:v>
                </c:pt>
                <c:pt idx="198">
                  <c:v>2.8711612232529968</c:v>
                </c:pt>
                <c:pt idx="199">
                  <c:v>2.753068372711196</c:v>
                </c:pt>
                <c:pt idx="200">
                  <c:v>2.7348955124014731</c:v>
                </c:pt>
                <c:pt idx="201">
                  <c:v>2.5633857908498112</c:v>
                </c:pt>
                <c:pt idx="202">
                  <c:v>2.6208763371436889</c:v>
                </c:pt>
                <c:pt idx="203">
                  <c:v>2.7197158527733829</c:v>
                </c:pt>
                <c:pt idx="204">
                  <c:v>2.7098698962758978</c:v>
                </c:pt>
                <c:pt idx="205">
                  <c:v>3.0347836322306692</c:v>
                </c:pt>
                <c:pt idx="206">
                  <c:v>2.9204145001328969</c:v>
                </c:pt>
                <c:pt idx="207">
                  <c:v>3.0102710721268089</c:v>
                </c:pt>
                <c:pt idx="208">
                  <c:v>3.218180928416543</c:v>
                </c:pt>
                <c:pt idx="209">
                  <c:v>3.2318269982528052</c:v>
                </c:pt>
                <c:pt idx="210">
                  <c:v>2.9810346801725491</c:v>
                </c:pt>
                <c:pt idx="211">
                  <c:v>2.891650838989368</c:v>
                </c:pt>
                <c:pt idx="212">
                  <c:v>2.9820508657975551</c:v>
                </c:pt>
                <c:pt idx="213">
                  <c:v>3.015812164847449</c:v>
                </c:pt>
                <c:pt idx="214">
                  <c:v>2.4256173065053521</c:v>
                </c:pt>
                <c:pt idx="215">
                  <c:v>2.6206373320292031</c:v>
                </c:pt>
                <c:pt idx="216">
                  <c:v>2.6335739940498071</c:v>
                </c:pt>
                <c:pt idx="217">
                  <c:v>2.9242385875524302</c:v>
                </c:pt>
                <c:pt idx="218">
                  <c:v>2.8790687174052469</c:v>
                </c:pt>
                <c:pt idx="219">
                  <c:v>2.8357797265813112</c:v>
                </c:pt>
                <c:pt idx="220">
                  <c:v>2.9783635119444791</c:v>
                </c:pt>
                <c:pt idx="221">
                  <c:v>2.7742161102298191</c:v>
                </c:pt>
                <c:pt idx="222">
                  <c:v>2.8559769182172121</c:v>
                </c:pt>
                <c:pt idx="223">
                  <c:v>2.569134668506452</c:v>
                </c:pt>
                <c:pt idx="224">
                  <c:v>2.537324124147653</c:v>
                </c:pt>
                <c:pt idx="225">
                  <c:v>2.6594488842512498</c:v>
                </c:pt>
                <c:pt idx="226">
                  <c:v>2.641918926208696</c:v>
                </c:pt>
                <c:pt idx="227">
                  <c:v>2.6339734232153091</c:v>
                </c:pt>
                <c:pt idx="228">
                  <c:v>2.7235386925295528</c:v>
                </c:pt>
                <c:pt idx="229">
                  <c:v>2.604760869642865</c:v>
                </c:pt>
                <c:pt idx="230">
                  <c:v>2.407134625875976</c:v>
                </c:pt>
                <c:pt idx="231">
                  <c:v>2.0175243168752499</c:v>
                </c:pt>
                <c:pt idx="232">
                  <c:v>2.4138993154060389</c:v>
                </c:pt>
                <c:pt idx="233">
                  <c:v>2.602060146058661</c:v>
                </c:pt>
                <c:pt idx="234">
                  <c:v>2.583218611362804</c:v>
                </c:pt>
                <c:pt idx="235">
                  <c:v>2.8373567970079621</c:v>
                </c:pt>
                <c:pt idx="236">
                  <c:v>2.923038560932683</c:v>
                </c:pt>
                <c:pt idx="237">
                  <c:v>3.030412978778577</c:v>
                </c:pt>
                <c:pt idx="238">
                  <c:v>2.958457454996243</c:v>
                </c:pt>
                <c:pt idx="239">
                  <c:v>3.296376889108199</c:v>
                </c:pt>
                <c:pt idx="240">
                  <c:v>3.494306104511185</c:v>
                </c:pt>
                <c:pt idx="241">
                  <c:v>3.511103732541264</c:v>
                </c:pt>
                <c:pt idx="242">
                  <c:v>3.5839903880771562</c:v>
                </c:pt>
                <c:pt idx="243">
                  <c:v>3.822513937010235</c:v>
                </c:pt>
                <c:pt idx="244">
                  <c:v>4.1084736743035943</c:v>
                </c:pt>
                <c:pt idx="245">
                  <c:v>4.2195645866122318</c:v>
                </c:pt>
                <c:pt idx="246">
                  <c:v>4.4903795632051597</c:v>
                </c:pt>
                <c:pt idx="247">
                  <c:v>4.3709854940877753</c:v>
                </c:pt>
                <c:pt idx="248">
                  <c:v>4.269872845820653</c:v>
                </c:pt>
                <c:pt idx="249">
                  <c:v>4.2121096425743563</c:v>
                </c:pt>
                <c:pt idx="250">
                  <c:v>4.1497925044804767</c:v>
                </c:pt>
                <c:pt idx="251">
                  <c:v>3.6688799534349661</c:v>
                </c:pt>
                <c:pt idx="252">
                  <c:v>4.1310747703143358</c:v>
                </c:pt>
                <c:pt idx="253">
                  <c:v>3.7158708730576011</c:v>
                </c:pt>
                <c:pt idx="254">
                  <c:v>3.829153572472054</c:v>
                </c:pt>
                <c:pt idx="255">
                  <c:v>4.0959851298938528</c:v>
                </c:pt>
                <c:pt idx="256">
                  <c:v>4.1359770136471319</c:v>
                </c:pt>
                <c:pt idx="257">
                  <c:v>4.0878130461738627</c:v>
                </c:pt>
                <c:pt idx="258">
                  <c:v>3.4335692390293771</c:v>
                </c:pt>
                <c:pt idx="259">
                  <c:v>3.6051369664413069</c:v>
                </c:pt>
                <c:pt idx="260">
                  <c:v>3.655686502639754</c:v>
                </c:pt>
                <c:pt idx="261">
                  <c:v>3.0442973987625508</c:v>
                </c:pt>
                <c:pt idx="262">
                  <c:v>3.0844089745442012</c:v>
                </c:pt>
                <c:pt idx="263">
                  <c:v>3.3856357985529599</c:v>
                </c:pt>
                <c:pt idx="264">
                  <c:v>3.1351778137762771</c:v>
                </c:pt>
                <c:pt idx="265">
                  <c:v>3.42385305343443</c:v>
                </c:pt>
                <c:pt idx="266">
                  <c:v>3.4558930548733988</c:v>
                </c:pt>
                <c:pt idx="267">
                  <c:v>3.537218294458969</c:v>
                </c:pt>
                <c:pt idx="268">
                  <c:v>3.544689680429514</c:v>
                </c:pt>
                <c:pt idx="269">
                  <c:v>3.6581152848484431</c:v>
                </c:pt>
                <c:pt idx="270">
                  <c:v>3.6471395032539302</c:v>
                </c:pt>
                <c:pt idx="271">
                  <c:v>3.4700130841329329</c:v>
                </c:pt>
                <c:pt idx="272">
                  <c:v>3.4584696209282608</c:v>
                </c:pt>
                <c:pt idx="273">
                  <c:v>3.240086585207627</c:v>
                </c:pt>
                <c:pt idx="274">
                  <c:v>2.946481644415659</c:v>
                </c:pt>
                <c:pt idx="275">
                  <c:v>3.2410508675714298</c:v>
                </c:pt>
                <c:pt idx="276">
                  <c:v>3.3491357608323331</c:v>
                </c:pt>
                <c:pt idx="277">
                  <c:v>3.228042494300992</c:v>
                </c:pt>
                <c:pt idx="278">
                  <c:v>3.3457395022337719</c:v>
                </c:pt>
                <c:pt idx="279">
                  <c:v>3.3700797489742769</c:v>
                </c:pt>
                <c:pt idx="280">
                  <c:v>3.3206241563364292</c:v>
                </c:pt>
                <c:pt idx="281">
                  <c:v>3.304399301196379</c:v>
                </c:pt>
                <c:pt idx="282">
                  <c:v>3.2763117100572652</c:v>
                </c:pt>
                <c:pt idx="283">
                  <c:v>3.130750623959432</c:v>
                </c:pt>
                <c:pt idx="284">
                  <c:v>3.0203730673254339</c:v>
                </c:pt>
                <c:pt idx="285">
                  <c:v>2.9787451656007868</c:v>
                </c:pt>
                <c:pt idx="286">
                  <c:v>2.83762698059396</c:v>
                </c:pt>
                <c:pt idx="287">
                  <c:v>2.6849019888746821</c:v>
                </c:pt>
                <c:pt idx="288">
                  <c:v>2.708351460614149</c:v>
                </c:pt>
                <c:pt idx="289">
                  <c:v>2.8169234039801521</c:v>
                </c:pt>
                <c:pt idx="290">
                  <c:v>2.8590244790438679</c:v>
                </c:pt>
                <c:pt idx="291">
                  <c:v>2.686912637992616</c:v>
                </c:pt>
                <c:pt idx="292">
                  <c:v>2.8922213320587429</c:v>
                </c:pt>
                <c:pt idx="293">
                  <c:v>2.975134471071629</c:v>
                </c:pt>
                <c:pt idx="294">
                  <c:v>3.0964559122609581</c:v>
                </c:pt>
                <c:pt idx="295">
                  <c:v>3.151323906800751</c:v>
                </c:pt>
                <c:pt idx="296">
                  <c:v>3.0661248345773422</c:v>
                </c:pt>
                <c:pt idx="297">
                  <c:v>3.1182156814978388</c:v>
                </c:pt>
                <c:pt idx="298">
                  <c:v>3.182136996924386</c:v>
                </c:pt>
                <c:pt idx="299">
                  <c:v>3.1282735588898412</c:v>
                </c:pt>
                <c:pt idx="300">
                  <c:v>3.2334777422957339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1D-4D98-B070-980B28AB52AB}"/>
            </c:ext>
          </c:extLst>
        </c:ser>
        <c:ser>
          <c:idx val="2"/>
          <c:order val="2"/>
          <c:tx>
            <c:strRef>
              <c:f>nav!$D$1</c:f>
              <c:strCache>
                <c:ptCount val="1"/>
                <c:pt idx="0">
                  <c:v>Q(3/5)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nav!$G$2:$G$302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nav!$D$2:$D$302</c:f>
              <c:numCache>
                <c:formatCode>General</c:formatCode>
                <c:ptCount val="301"/>
                <c:pt idx="0">
                  <c:v>1</c:v>
                </c:pt>
                <c:pt idx="1">
                  <c:v>1.397541673778792</c:v>
                </c:pt>
                <c:pt idx="2">
                  <c:v>1.4550990332799709</c:v>
                </c:pt>
                <c:pt idx="3">
                  <c:v>1.319926111001664</c:v>
                </c:pt>
                <c:pt idx="4">
                  <c:v>1.385932876203203</c:v>
                </c:pt>
                <c:pt idx="5">
                  <c:v>1.5467991712290561</c:v>
                </c:pt>
                <c:pt idx="6">
                  <c:v>1.553661678155924</c:v>
                </c:pt>
                <c:pt idx="7">
                  <c:v>1.3755397944234979</c:v>
                </c:pt>
                <c:pt idx="8">
                  <c:v>1.2746428992573151</c:v>
                </c:pt>
                <c:pt idx="9">
                  <c:v>1.0670538442884809</c:v>
                </c:pt>
                <c:pt idx="10">
                  <c:v>1.274426220048164</c:v>
                </c:pt>
                <c:pt idx="11">
                  <c:v>1.388406839050579</c:v>
                </c:pt>
                <c:pt idx="12">
                  <c:v>1.3905069788587949</c:v>
                </c:pt>
                <c:pt idx="13">
                  <c:v>1.5432205318714549</c:v>
                </c:pt>
                <c:pt idx="14">
                  <c:v>1.621256645989164</c:v>
                </c:pt>
                <c:pt idx="15">
                  <c:v>1.798110226695206</c:v>
                </c:pt>
                <c:pt idx="16">
                  <c:v>1.4776438147492119</c:v>
                </c:pt>
                <c:pt idx="17">
                  <c:v>1.397575068328111</c:v>
                </c:pt>
                <c:pt idx="18">
                  <c:v>1.260685781267221</c:v>
                </c:pt>
                <c:pt idx="19">
                  <c:v>1.228155159612121</c:v>
                </c:pt>
                <c:pt idx="20">
                  <c:v>1.2763707481785209</c:v>
                </c:pt>
                <c:pt idx="21">
                  <c:v>1.0597861005465421</c:v>
                </c:pt>
                <c:pt idx="22">
                  <c:v>1.1094057781809521</c:v>
                </c:pt>
                <c:pt idx="23">
                  <c:v>1.1404752874890209</c:v>
                </c:pt>
                <c:pt idx="24">
                  <c:v>1.008468950568814</c:v>
                </c:pt>
                <c:pt idx="25">
                  <c:v>0.96761897324875612</c:v>
                </c:pt>
                <c:pt idx="26">
                  <c:v>0.96204639706577488</c:v>
                </c:pt>
                <c:pt idx="27">
                  <c:v>0.84947154741961617</c:v>
                </c:pt>
                <c:pt idx="28">
                  <c:v>0.95058860358970965</c:v>
                </c:pt>
                <c:pt idx="29">
                  <c:v>1.03618644606514</c:v>
                </c:pt>
                <c:pt idx="30">
                  <c:v>1.0965615469823231</c:v>
                </c:pt>
                <c:pt idx="31">
                  <c:v>1.0853659099467079</c:v>
                </c:pt>
                <c:pt idx="32">
                  <c:v>1.086596064038136</c:v>
                </c:pt>
                <c:pt idx="33">
                  <c:v>1.017906290682379</c:v>
                </c:pt>
                <c:pt idx="34">
                  <c:v>0.99893174748604197</c:v>
                </c:pt>
                <c:pt idx="35">
                  <c:v>1.0056814232721381</c:v>
                </c:pt>
                <c:pt idx="36">
                  <c:v>1.0433514281014009</c:v>
                </c:pt>
                <c:pt idx="37">
                  <c:v>1.0001264450934579</c:v>
                </c:pt>
                <c:pt idx="38">
                  <c:v>1.003909902825711</c:v>
                </c:pt>
                <c:pt idx="39">
                  <c:v>1.0072927769915561</c:v>
                </c:pt>
                <c:pt idx="40">
                  <c:v>1.044592384531005</c:v>
                </c:pt>
                <c:pt idx="41">
                  <c:v>0.93379978265967811</c:v>
                </c:pt>
                <c:pt idx="42">
                  <c:v>0.89917994756641673</c:v>
                </c:pt>
                <c:pt idx="43">
                  <c:v>0.84212415214637015</c:v>
                </c:pt>
                <c:pt idx="44">
                  <c:v>0.89250469503242769</c:v>
                </c:pt>
                <c:pt idx="45">
                  <c:v>0.90145922716850524</c:v>
                </c:pt>
                <c:pt idx="46">
                  <c:v>0.9057984977101099</c:v>
                </c:pt>
                <c:pt idx="47">
                  <c:v>0.96991640097650744</c:v>
                </c:pt>
                <c:pt idx="48">
                  <c:v>1.011996872586032</c:v>
                </c:pt>
                <c:pt idx="49">
                  <c:v>1.262618719228741</c:v>
                </c:pt>
                <c:pt idx="50">
                  <c:v>1.428781253128045</c:v>
                </c:pt>
                <c:pt idx="51">
                  <c:v>1.3251669668837549</c:v>
                </c:pt>
                <c:pt idx="52">
                  <c:v>1.2708041265895209</c:v>
                </c:pt>
                <c:pt idx="53">
                  <c:v>1.38775132206774</c:v>
                </c:pt>
                <c:pt idx="54">
                  <c:v>1.523527350660254</c:v>
                </c:pt>
                <c:pt idx="55">
                  <c:v>1.732344854916209</c:v>
                </c:pt>
                <c:pt idx="56">
                  <c:v>1.661453615626808</c:v>
                </c:pt>
                <c:pt idx="57">
                  <c:v>1.9032054280418531</c:v>
                </c:pt>
                <c:pt idx="58">
                  <c:v>2.013335327506776</c:v>
                </c:pt>
                <c:pt idx="59">
                  <c:v>2.3579137426563892</c:v>
                </c:pt>
                <c:pt idx="60">
                  <c:v>2.4080672930536622</c:v>
                </c:pt>
                <c:pt idx="61">
                  <c:v>2.3069538605297888</c:v>
                </c:pt>
                <c:pt idx="62">
                  <c:v>2.288819844778232</c:v>
                </c:pt>
                <c:pt idx="63">
                  <c:v>2.2724844790500649</c:v>
                </c:pt>
                <c:pt idx="64">
                  <c:v>2.3584226976937668</c:v>
                </c:pt>
                <c:pt idx="65">
                  <c:v>2.1592030980846499</c:v>
                </c:pt>
                <c:pt idx="66">
                  <c:v>2.0437969246664101</c:v>
                </c:pt>
                <c:pt idx="67">
                  <c:v>1.995760341051064</c:v>
                </c:pt>
                <c:pt idx="68">
                  <c:v>2.097592410799717</c:v>
                </c:pt>
                <c:pt idx="69">
                  <c:v>2.1832279724700152</c:v>
                </c:pt>
                <c:pt idx="70">
                  <c:v>2.1671427188213959</c:v>
                </c:pt>
                <c:pt idx="71">
                  <c:v>2.3134991662527402</c:v>
                </c:pt>
                <c:pt idx="72">
                  <c:v>2.2730752898338569</c:v>
                </c:pt>
                <c:pt idx="73">
                  <c:v>2.187136450491773</c:v>
                </c:pt>
                <c:pt idx="74">
                  <c:v>2.3079078130998218</c:v>
                </c:pt>
                <c:pt idx="75">
                  <c:v>2.5199320080388041</c:v>
                </c:pt>
                <c:pt idx="76">
                  <c:v>2.698912179721948</c:v>
                </c:pt>
                <c:pt idx="77">
                  <c:v>3.050465023175605</c:v>
                </c:pt>
                <c:pt idx="78">
                  <c:v>3.1893750121889002</c:v>
                </c:pt>
                <c:pt idx="79">
                  <c:v>3.350826441339704</c:v>
                </c:pt>
                <c:pt idx="80">
                  <c:v>3.2348698518073591</c:v>
                </c:pt>
                <c:pt idx="81">
                  <c:v>3.2491139498012438</c:v>
                </c:pt>
                <c:pt idx="82">
                  <c:v>3.119114458664507</c:v>
                </c:pt>
                <c:pt idx="83">
                  <c:v>2.8871796099898628</c:v>
                </c:pt>
                <c:pt idx="84">
                  <c:v>2.866009297501932</c:v>
                </c:pt>
                <c:pt idx="85">
                  <c:v>2.5471863750409511</c:v>
                </c:pt>
                <c:pt idx="86">
                  <c:v>2.7915323903032041</c:v>
                </c:pt>
                <c:pt idx="87">
                  <c:v>2.7273489706582841</c:v>
                </c:pt>
                <c:pt idx="88">
                  <c:v>2.7760983354240021</c:v>
                </c:pt>
                <c:pt idx="89">
                  <c:v>2.8111796989835511</c:v>
                </c:pt>
                <c:pt idx="90">
                  <c:v>2.6598567889981899</c:v>
                </c:pt>
                <c:pt idx="91">
                  <c:v>2.421317905907757</c:v>
                </c:pt>
                <c:pt idx="92">
                  <c:v>2.1653286064277819</c:v>
                </c:pt>
                <c:pt idx="93">
                  <c:v>2.0345422699122868</c:v>
                </c:pt>
                <c:pt idx="94">
                  <c:v>1.4691433101346081</c:v>
                </c:pt>
                <c:pt idx="95">
                  <c:v>1.458472236616891</c:v>
                </c:pt>
                <c:pt idx="96">
                  <c:v>1.6309842755514761</c:v>
                </c:pt>
                <c:pt idx="97">
                  <c:v>1.764325701357756</c:v>
                </c:pt>
                <c:pt idx="98">
                  <c:v>1.7696088198547471</c:v>
                </c:pt>
                <c:pt idx="99">
                  <c:v>2.0264839387201552</c:v>
                </c:pt>
                <c:pt idx="100">
                  <c:v>2.4668093844995749</c:v>
                </c:pt>
                <c:pt idx="101">
                  <c:v>2.5988204220759599</c:v>
                </c:pt>
                <c:pt idx="102">
                  <c:v>2.4680055735996249</c:v>
                </c:pt>
                <c:pt idx="103">
                  <c:v>2.571521422130878</c:v>
                </c:pt>
                <c:pt idx="104">
                  <c:v>2.632872645351759</c:v>
                </c:pt>
                <c:pt idx="105">
                  <c:v>2.6126742252491311</c:v>
                </c:pt>
                <c:pt idx="106">
                  <c:v>2.4996506702233958</c:v>
                </c:pt>
                <c:pt idx="107">
                  <c:v>2.4147375059810532</c:v>
                </c:pt>
                <c:pt idx="108">
                  <c:v>2.7276270345872322</c:v>
                </c:pt>
                <c:pt idx="109">
                  <c:v>2.644549213293701</c:v>
                </c:pt>
                <c:pt idx="110">
                  <c:v>2.7044811503197059</c:v>
                </c:pt>
                <c:pt idx="111">
                  <c:v>2.8174390237896318</c:v>
                </c:pt>
                <c:pt idx="112">
                  <c:v>2.8768517860305889</c:v>
                </c:pt>
                <c:pt idx="113">
                  <c:v>2.7169373464778861</c:v>
                </c:pt>
                <c:pt idx="114">
                  <c:v>2.7483502369787418</c:v>
                </c:pt>
                <c:pt idx="115">
                  <c:v>2.7857359772020032</c:v>
                </c:pt>
                <c:pt idx="116">
                  <c:v>2.7634616295339431</c:v>
                </c:pt>
                <c:pt idx="117">
                  <c:v>2.9117146042064439</c:v>
                </c:pt>
                <c:pt idx="118">
                  <c:v>3.1405965334565029</c:v>
                </c:pt>
                <c:pt idx="119">
                  <c:v>2.913065057045872</c:v>
                </c:pt>
                <c:pt idx="120">
                  <c:v>3.0380892120957839</c:v>
                </c:pt>
                <c:pt idx="121">
                  <c:v>3.09235428586938</c:v>
                </c:pt>
                <c:pt idx="122">
                  <c:v>2.9580927551299738</c:v>
                </c:pt>
                <c:pt idx="123">
                  <c:v>3.1486792927902121</c:v>
                </c:pt>
                <c:pt idx="124">
                  <c:v>3.200111665097241</c:v>
                </c:pt>
                <c:pt idx="125">
                  <c:v>3.0474802171230841</c:v>
                </c:pt>
                <c:pt idx="126">
                  <c:v>3.0327528701887072</c:v>
                </c:pt>
                <c:pt idx="127">
                  <c:v>3.2620775056413298</c:v>
                </c:pt>
                <c:pt idx="128">
                  <c:v>2.9495014207011061</c:v>
                </c:pt>
                <c:pt idx="129">
                  <c:v>2.6253842830923162</c:v>
                </c:pt>
                <c:pt idx="130">
                  <c:v>2.9200915960195388</c:v>
                </c:pt>
                <c:pt idx="131">
                  <c:v>2.942350665239613</c:v>
                </c:pt>
                <c:pt idx="132">
                  <c:v>3.104538292701891</c:v>
                </c:pt>
                <c:pt idx="133">
                  <c:v>3.3033551879417362</c:v>
                </c:pt>
                <c:pt idx="134">
                  <c:v>3.734361107223314</c:v>
                </c:pt>
                <c:pt idx="135">
                  <c:v>3.5887379022395969</c:v>
                </c:pt>
                <c:pt idx="136">
                  <c:v>3.3540007422534468</c:v>
                </c:pt>
                <c:pt idx="137">
                  <c:v>3.2233463154439059</c:v>
                </c:pt>
                <c:pt idx="138">
                  <c:v>3.3713789001433532</c:v>
                </c:pt>
                <c:pt idx="139">
                  <c:v>3.3010911995537522</c:v>
                </c:pt>
                <c:pt idx="140">
                  <c:v>3.545602517687696</c:v>
                </c:pt>
                <c:pt idx="141">
                  <c:v>3.7039392330178611</c:v>
                </c:pt>
                <c:pt idx="142">
                  <c:v>3.5846803886249141</c:v>
                </c:pt>
                <c:pt idx="143">
                  <c:v>3.550260526901214</c:v>
                </c:pt>
                <c:pt idx="144">
                  <c:v>3.546069356545011</c:v>
                </c:pt>
                <c:pt idx="145">
                  <c:v>3.6698481004391419</c:v>
                </c:pt>
                <c:pt idx="146">
                  <c:v>3.8395720427777928</c:v>
                </c:pt>
                <c:pt idx="147">
                  <c:v>4.000528803029658</c:v>
                </c:pt>
                <c:pt idx="148">
                  <c:v>4.1573447342621179</c:v>
                </c:pt>
                <c:pt idx="149">
                  <c:v>4.2837879578385039</c:v>
                </c:pt>
                <c:pt idx="150">
                  <c:v>3.8554920731986728</c:v>
                </c:pt>
                <c:pt idx="151">
                  <c:v>4.0525969913943696</c:v>
                </c:pt>
                <c:pt idx="152">
                  <c:v>3.918650938663605</c:v>
                </c:pt>
                <c:pt idx="153">
                  <c:v>4.0364095082872682</c:v>
                </c:pt>
                <c:pt idx="154">
                  <c:v>4.016858476032743</c:v>
                </c:pt>
                <c:pt idx="155">
                  <c:v>3.9315100998512711</c:v>
                </c:pt>
                <c:pt idx="156">
                  <c:v>3.844699317253415</c:v>
                </c:pt>
                <c:pt idx="157">
                  <c:v>3.9371742505035279</c:v>
                </c:pt>
                <c:pt idx="158">
                  <c:v>4.0698551693451073</c:v>
                </c:pt>
                <c:pt idx="159">
                  <c:v>4.2812133591976638</c:v>
                </c:pt>
                <c:pt idx="160">
                  <c:v>4.37591703041576</c:v>
                </c:pt>
                <c:pt idx="161">
                  <c:v>4.3662819712496352</c:v>
                </c:pt>
                <c:pt idx="162">
                  <c:v>4.3312730654985119</c:v>
                </c:pt>
                <c:pt idx="163">
                  <c:v>4.2848088502588304</c:v>
                </c:pt>
                <c:pt idx="164">
                  <c:v>4.4575177614008377</c:v>
                </c:pt>
                <c:pt idx="165">
                  <c:v>4.444427470696767</c:v>
                </c:pt>
                <c:pt idx="166">
                  <c:v>4.3160340498747276</c:v>
                </c:pt>
                <c:pt idx="167">
                  <c:v>4.2765460328212086</c:v>
                </c:pt>
                <c:pt idx="168">
                  <c:v>4.2685793814356296</c:v>
                </c:pt>
                <c:pt idx="169">
                  <c:v>4.5668429547313014</c:v>
                </c:pt>
                <c:pt idx="170">
                  <c:v>4.8546232347531726</c:v>
                </c:pt>
                <c:pt idx="171">
                  <c:v>5.1421369175979841</c:v>
                </c:pt>
                <c:pt idx="172">
                  <c:v>5.4322058388547836</c:v>
                </c:pt>
                <c:pt idx="173">
                  <c:v>5.5716117255002597</c:v>
                </c:pt>
                <c:pt idx="174">
                  <c:v>5.6334819244484802</c:v>
                </c:pt>
                <c:pt idx="175">
                  <c:v>5.6127782329573126</c:v>
                </c:pt>
                <c:pt idx="176">
                  <c:v>5.3195821354416477</c:v>
                </c:pt>
                <c:pt idx="177">
                  <c:v>5.5245323303317164</c:v>
                </c:pt>
                <c:pt idx="178">
                  <c:v>5.6340194418449876</c:v>
                </c:pt>
                <c:pt idx="179">
                  <c:v>5.6777422335226104</c:v>
                </c:pt>
                <c:pt idx="180">
                  <c:v>5.8811006944714306</c:v>
                </c:pt>
                <c:pt idx="181">
                  <c:v>5.630052905714594</c:v>
                </c:pt>
                <c:pt idx="182">
                  <c:v>5.6741229750812563</c:v>
                </c:pt>
                <c:pt idx="183">
                  <c:v>6.067564677226974</c:v>
                </c:pt>
                <c:pt idx="184">
                  <c:v>6.327972095361222</c:v>
                </c:pt>
                <c:pt idx="185">
                  <c:v>6.2423059452069714</c:v>
                </c:pt>
                <c:pt idx="186">
                  <c:v>6.115306363208612</c:v>
                </c:pt>
                <c:pt idx="187">
                  <c:v>6.5452388435284714</c:v>
                </c:pt>
                <c:pt idx="188">
                  <c:v>6.3546118200201773</c:v>
                </c:pt>
                <c:pt idx="189">
                  <c:v>6.5484348032532269</c:v>
                </c:pt>
                <c:pt idx="190">
                  <c:v>6.0841743562624746</c:v>
                </c:pt>
                <c:pt idx="191">
                  <c:v>5.9675217641805141</c:v>
                </c:pt>
                <c:pt idx="192">
                  <c:v>6.2855437261835281</c:v>
                </c:pt>
                <c:pt idx="193">
                  <c:v>6.1789421677168894</c:v>
                </c:pt>
                <c:pt idx="194">
                  <c:v>6.1328136429385376</c:v>
                </c:pt>
                <c:pt idx="195">
                  <c:v>6.1851772623765573</c:v>
                </c:pt>
                <c:pt idx="196">
                  <c:v>6.1459813723863546</c:v>
                </c:pt>
                <c:pt idx="197">
                  <c:v>6.3918397661425992</c:v>
                </c:pt>
                <c:pt idx="198">
                  <c:v>6.4134179887545502</c:v>
                </c:pt>
                <c:pt idx="199">
                  <c:v>6.1682476889821736</c:v>
                </c:pt>
                <c:pt idx="200">
                  <c:v>6.1505187367409144</c:v>
                </c:pt>
                <c:pt idx="201">
                  <c:v>5.8092559689741474</c:v>
                </c:pt>
                <c:pt idx="202">
                  <c:v>5.9866522261454547</c:v>
                </c:pt>
                <c:pt idx="203">
                  <c:v>6.2286490120036619</c:v>
                </c:pt>
                <c:pt idx="204">
                  <c:v>6.1835715014839296</c:v>
                </c:pt>
                <c:pt idx="205">
                  <c:v>6.8730403665736199</c:v>
                </c:pt>
                <c:pt idx="206">
                  <c:v>6.575877722453682</c:v>
                </c:pt>
                <c:pt idx="207">
                  <c:v>6.5881531086405891</c:v>
                </c:pt>
                <c:pt idx="208">
                  <c:v>6.8988489695613078</c:v>
                </c:pt>
                <c:pt idx="209">
                  <c:v>7.073057763588551</c:v>
                </c:pt>
                <c:pt idx="210">
                  <c:v>6.5070614449966326</c:v>
                </c:pt>
                <c:pt idx="211">
                  <c:v>6.3469395954379024</c:v>
                </c:pt>
                <c:pt idx="212">
                  <c:v>6.5625007921479588</c:v>
                </c:pt>
                <c:pt idx="213">
                  <c:v>6.5848482367224728</c:v>
                </c:pt>
                <c:pt idx="214">
                  <c:v>5.2367875691719696</c:v>
                </c:pt>
                <c:pt idx="215">
                  <c:v>5.6979687899412097</c:v>
                </c:pt>
                <c:pt idx="216">
                  <c:v>5.7941354462879948</c:v>
                </c:pt>
                <c:pt idx="217">
                  <c:v>6.3358926494226777</c:v>
                </c:pt>
                <c:pt idx="218">
                  <c:v>6.3565052166035292</c:v>
                </c:pt>
                <c:pt idx="219">
                  <c:v>6.3459384773584189</c:v>
                </c:pt>
                <c:pt idx="220">
                  <c:v>6.6685405597500953</c:v>
                </c:pt>
                <c:pt idx="221">
                  <c:v>6.2861438551318098</c:v>
                </c:pt>
                <c:pt idx="222">
                  <c:v>6.4905138631883572</c:v>
                </c:pt>
                <c:pt idx="223">
                  <c:v>5.8688227950867713</c:v>
                </c:pt>
                <c:pt idx="224">
                  <c:v>5.7918740064169532</c:v>
                </c:pt>
                <c:pt idx="225">
                  <c:v>6.0348237461918712</c:v>
                </c:pt>
                <c:pt idx="226">
                  <c:v>6.011734546274047</c:v>
                </c:pt>
                <c:pt idx="227">
                  <c:v>5.9488181914298632</c:v>
                </c:pt>
                <c:pt idx="228">
                  <c:v>6.2172300006371248</c:v>
                </c:pt>
                <c:pt idx="229">
                  <c:v>5.9250734090878847</c:v>
                </c:pt>
                <c:pt idx="230">
                  <c:v>5.5801807563244106</c:v>
                </c:pt>
                <c:pt idx="231">
                  <c:v>4.752678479360446</c:v>
                </c:pt>
                <c:pt idx="232">
                  <c:v>5.7976923667628437</c:v>
                </c:pt>
                <c:pt idx="233">
                  <c:v>6.2978260241816972</c:v>
                </c:pt>
                <c:pt idx="234">
                  <c:v>6.2969707252030833</c:v>
                </c:pt>
                <c:pt idx="235">
                  <c:v>6.8830059693731203</c:v>
                </c:pt>
                <c:pt idx="236">
                  <c:v>7.0901794315986351</c:v>
                </c:pt>
                <c:pt idx="237">
                  <c:v>7.3703377582138438</c:v>
                </c:pt>
                <c:pt idx="238">
                  <c:v>7.1513988944578228</c:v>
                </c:pt>
                <c:pt idx="239">
                  <c:v>8.1077637891582732</c:v>
                </c:pt>
                <c:pt idx="240">
                  <c:v>8.5852766315227633</c:v>
                </c:pt>
                <c:pt idx="241">
                  <c:v>8.7732513850461729</c:v>
                </c:pt>
                <c:pt idx="242">
                  <c:v>9.0058848148308215</c:v>
                </c:pt>
                <c:pt idx="243">
                  <c:v>9.6058069670106256</c:v>
                </c:pt>
                <c:pt idx="244">
                  <c:v>10.13999548874456</c:v>
                </c:pt>
                <c:pt idx="245">
                  <c:v>10.571629572718759</c:v>
                </c:pt>
                <c:pt idx="246">
                  <c:v>11.11266798989079</c:v>
                </c:pt>
                <c:pt idx="247">
                  <c:v>10.941002467066941</c:v>
                </c:pt>
                <c:pt idx="248">
                  <c:v>10.58312599032705</c:v>
                </c:pt>
                <c:pt idx="249">
                  <c:v>10.45643329749411</c:v>
                </c:pt>
                <c:pt idx="250">
                  <c:v>10.114966553660921</c:v>
                </c:pt>
                <c:pt idx="251">
                  <c:v>8.9904586841917631</c:v>
                </c:pt>
                <c:pt idx="252">
                  <c:v>10.12766701267414</c:v>
                </c:pt>
                <c:pt idx="253">
                  <c:v>9.1172077256654962</c:v>
                </c:pt>
                <c:pt idx="254">
                  <c:v>9.4599690245881973</c:v>
                </c:pt>
                <c:pt idx="255">
                  <c:v>10.337998609974861</c:v>
                </c:pt>
                <c:pt idx="256">
                  <c:v>10.39217980507423</c:v>
                </c:pt>
                <c:pt idx="257">
                  <c:v>10.194662865022179</c:v>
                </c:pt>
                <c:pt idx="258">
                  <c:v>8.4498112357539554</c:v>
                </c:pt>
                <c:pt idx="259">
                  <c:v>9.0232657505437164</c:v>
                </c:pt>
                <c:pt idx="260">
                  <c:v>9.1287118788513357</c:v>
                </c:pt>
                <c:pt idx="261">
                  <c:v>7.6129355647080654</c:v>
                </c:pt>
                <c:pt idx="262">
                  <c:v>7.8547380856561038</c:v>
                </c:pt>
                <c:pt idx="263">
                  <c:v>8.5066993025021365</c:v>
                </c:pt>
                <c:pt idx="264">
                  <c:v>7.9506829470180334</c:v>
                </c:pt>
                <c:pt idx="265">
                  <c:v>8.7692079209287392</c:v>
                </c:pt>
                <c:pt idx="266">
                  <c:v>8.9987496064849992</c:v>
                </c:pt>
                <c:pt idx="267">
                  <c:v>9.1704971309430494</c:v>
                </c:pt>
                <c:pt idx="268">
                  <c:v>9.0351140039243187</c:v>
                </c:pt>
                <c:pt idx="269">
                  <c:v>9.451705771086452</c:v>
                </c:pt>
                <c:pt idx="270">
                  <c:v>9.617104041034036</c:v>
                </c:pt>
                <c:pt idx="271">
                  <c:v>9.3693424728484356</c:v>
                </c:pt>
                <c:pt idx="272">
                  <c:v>9.4568690865342742</c:v>
                </c:pt>
                <c:pt idx="273">
                  <c:v>8.9170174668696944</c:v>
                </c:pt>
                <c:pt idx="274">
                  <c:v>8.1917643369116764</c:v>
                </c:pt>
                <c:pt idx="275">
                  <c:v>8.9652811740508831</c:v>
                </c:pt>
                <c:pt idx="276">
                  <c:v>9.3155243487335166</c:v>
                </c:pt>
                <c:pt idx="277">
                  <c:v>8.9858697823243769</c:v>
                </c:pt>
                <c:pt idx="278">
                  <c:v>9.1958014997876294</c:v>
                </c:pt>
                <c:pt idx="279">
                  <c:v>9.4117178296580235</c:v>
                </c:pt>
                <c:pt idx="280">
                  <c:v>9.2541554294447828</c:v>
                </c:pt>
                <c:pt idx="281">
                  <c:v>9.3833219206032226</c:v>
                </c:pt>
                <c:pt idx="282">
                  <c:v>9.3651434592215406</c:v>
                </c:pt>
                <c:pt idx="283">
                  <c:v>8.8741189599944512</c:v>
                </c:pt>
                <c:pt idx="284">
                  <c:v>8.5013007107928917</c:v>
                </c:pt>
                <c:pt idx="285">
                  <c:v>8.4823832729853983</c:v>
                </c:pt>
                <c:pt idx="286">
                  <c:v>8.2202647826660549</c:v>
                </c:pt>
                <c:pt idx="287">
                  <c:v>7.7468683659441728</c:v>
                </c:pt>
                <c:pt idx="288">
                  <c:v>7.8296761097104897</c:v>
                </c:pt>
                <c:pt idx="289">
                  <c:v>8.2720080463163086</c:v>
                </c:pt>
                <c:pt idx="290">
                  <c:v>8.4122240376653927</c:v>
                </c:pt>
                <c:pt idx="291">
                  <c:v>7.915586849578216</c:v>
                </c:pt>
                <c:pt idx="292">
                  <c:v>8.5028294327944831</c:v>
                </c:pt>
                <c:pt idx="293">
                  <c:v>8.8554314229750908</c:v>
                </c:pt>
                <c:pt idx="294">
                  <c:v>9.345654132168999</c:v>
                </c:pt>
                <c:pt idx="295">
                  <c:v>9.3884471450854647</c:v>
                </c:pt>
                <c:pt idx="296">
                  <c:v>9.3171327232177603</c:v>
                </c:pt>
                <c:pt idx="297">
                  <c:v>9.4973080518256801</c:v>
                </c:pt>
                <c:pt idx="298">
                  <c:v>9.5841369530515337</c:v>
                </c:pt>
                <c:pt idx="299">
                  <c:v>9.3693117804468748</c:v>
                </c:pt>
                <c:pt idx="300">
                  <c:v>9.7253376524501682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B1D-4D98-B070-980B28AB52AB}"/>
            </c:ext>
          </c:extLst>
        </c:ser>
        <c:ser>
          <c:idx val="3"/>
          <c:order val="3"/>
          <c:tx>
            <c:strRef>
              <c:f>nav!$E$1</c:f>
              <c:strCache>
                <c:ptCount val="1"/>
                <c:pt idx="0">
                  <c:v>Q(4/5)</c:v>
                </c:pt>
              </c:strCache>
            </c:strRef>
          </c:tx>
          <c:spPr>
            <a:ln w="25400" cap="rnd">
              <a:solidFill>
                <a:srgbClr val="D33387"/>
              </a:solidFill>
              <a:round/>
            </a:ln>
            <a:effectLst/>
          </c:spPr>
          <c:marker>
            <c:symbol val="none"/>
          </c:marker>
          <c:cat>
            <c:numRef>
              <c:f>nav!$G$2:$G$302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nav!$E$2:$E$302</c:f>
              <c:numCache>
                <c:formatCode>General</c:formatCode>
                <c:ptCount val="301"/>
                <c:pt idx="0">
                  <c:v>1</c:v>
                </c:pt>
                <c:pt idx="1">
                  <c:v>1.4060010486932659</c:v>
                </c:pt>
                <c:pt idx="2">
                  <c:v>1.497546954408991</c:v>
                </c:pt>
                <c:pt idx="3">
                  <c:v>1.4167618438716469</c:v>
                </c:pt>
                <c:pt idx="4">
                  <c:v>1.533204239282741</c:v>
                </c:pt>
                <c:pt idx="5">
                  <c:v>1.6963332454406059</c:v>
                </c:pt>
                <c:pt idx="6">
                  <c:v>1.667893611835475</c:v>
                </c:pt>
                <c:pt idx="7">
                  <c:v>1.438051160254048</c:v>
                </c:pt>
                <c:pt idx="8">
                  <c:v>1.32973499455158</c:v>
                </c:pt>
                <c:pt idx="9">
                  <c:v>1.126551192908148</c:v>
                </c:pt>
                <c:pt idx="10">
                  <c:v>1.318141782297259</c:v>
                </c:pt>
                <c:pt idx="11">
                  <c:v>1.427594846661032</c:v>
                </c:pt>
                <c:pt idx="12">
                  <c:v>1.459164852077971</c:v>
                </c:pt>
                <c:pt idx="13">
                  <c:v>1.5754822283512051</c:v>
                </c:pt>
                <c:pt idx="14">
                  <c:v>1.6229533900577611</c:v>
                </c:pt>
                <c:pt idx="15">
                  <c:v>1.8766795794188531</c:v>
                </c:pt>
                <c:pt idx="16">
                  <c:v>1.60732043243792</c:v>
                </c:pt>
                <c:pt idx="17">
                  <c:v>1.5560984718525059</c:v>
                </c:pt>
                <c:pt idx="18">
                  <c:v>1.3608636569921679</c:v>
                </c:pt>
                <c:pt idx="19">
                  <c:v>1.3283399630298649</c:v>
                </c:pt>
                <c:pt idx="20">
                  <c:v>1.3777130023556949</c:v>
                </c:pt>
                <c:pt idx="21">
                  <c:v>1.140382146859426</c:v>
                </c:pt>
                <c:pt idx="22">
                  <c:v>1.1988180947527149</c:v>
                </c:pt>
                <c:pt idx="23">
                  <c:v>1.264436707256251</c:v>
                </c:pt>
                <c:pt idx="24">
                  <c:v>1.1309387974084071</c:v>
                </c:pt>
                <c:pt idx="25">
                  <c:v>1.09487724342696</c:v>
                </c:pt>
                <c:pt idx="26">
                  <c:v>1.0830836109270141</c:v>
                </c:pt>
                <c:pt idx="27">
                  <c:v>0.97606872232491071</c:v>
                </c:pt>
                <c:pt idx="28">
                  <c:v>1.0790599015083451</c:v>
                </c:pt>
                <c:pt idx="29">
                  <c:v>1.168869696148096</c:v>
                </c:pt>
                <c:pt idx="30">
                  <c:v>1.2383351983446229</c:v>
                </c:pt>
                <c:pt idx="31">
                  <c:v>1.222606315834976</c:v>
                </c:pt>
                <c:pt idx="32">
                  <c:v>1.223494230036855</c:v>
                </c:pt>
                <c:pt idx="33">
                  <c:v>1.142231163438522</c:v>
                </c:pt>
                <c:pt idx="34">
                  <c:v>1.1426851686968169</c:v>
                </c:pt>
                <c:pt idx="35">
                  <c:v>1.153620455585042</c:v>
                </c:pt>
                <c:pt idx="36">
                  <c:v>1.201701420582123</c:v>
                </c:pt>
                <c:pt idx="37">
                  <c:v>1.164128352951691</c:v>
                </c:pt>
                <c:pt idx="38">
                  <c:v>1.160932111803354</c:v>
                </c:pt>
                <c:pt idx="39">
                  <c:v>1.152910933366984</c:v>
                </c:pt>
                <c:pt idx="40">
                  <c:v>1.1816554135365229</c:v>
                </c:pt>
                <c:pt idx="41">
                  <c:v>1.075776926684795</c:v>
                </c:pt>
                <c:pt idx="42">
                  <c:v>1.039417661699608</c:v>
                </c:pt>
                <c:pt idx="43">
                  <c:v>0.96483584905362585</c:v>
                </c:pt>
                <c:pt idx="44">
                  <c:v>1.042141348547682</c:v>
                </c:pt>
                <c:pt idx="45">
                  <c:v>1.051771514353036</c:v>
                </c:pt>
                <c:pt idx="46">
                  <c:v>1.034767910764437</c:v>
                </c:pt>
                <c:pt idx="47">
                  <c:v>1.1159072146868521</c:v>
                </c:pt>
                <c:pt idx="48">
                  <c:v>1.176866562344536</c:v>
                </c:pt>
                <c:pt idx="49">
                  <c:v>1.456593191994094</c:v>
                </c:pt>
                <c:pt idx="50">
                  <c:v>1.6205863926205091</c:v>
                </c:pt>
                <c:pt idx="51">
                  <c:v>1.5286847988022689</c:v>
                </c:pt>
                <c:pt idx="52">
                  <c:v>1.4522515011240651</c:v>
                </c:pt>
                <c:pt idx="53">
                  <c:v>1.597462044333559</c:v>
                </c:pt>
                <c:pt idx="54">
                  <c:v>1.730083504534085</c:v>
                </c:pt>
                <c:pt idx="55">
                  <c:v>1.9129399021367759</c:v>
                </c:pt>
                <c:pt idx="56">
                  <c:v>1.775013213996796</c:v>
                </c:pt>
                <c:pt idx="57">
                  <c:v>2.0320481698419992</c:v>
                </c:pt>
                <c:pt idx="58">
                  <c:v>2.1391197481583122</c:v>
                </c:pt>
                <c:pt idx="59">
                  <c:v>2.50500943312122</c:v>
                </c:pt>
                <c:pt idx="60">
                  <c:v>2.5508902223529248</c:v>
                </c:pt>
                <c:pt idx="61">
                  <c:v>2.4991253805173552</c:v>
                </c:pt>
                <c:pt idx="62">
                  <c:v>2.5042028541240922</c:v>
                </c:pt>
                <c:pt idx="63">
                  <c:v>2.4733333057187838</c:v>
                </c:pt>
                <c:pt idx="64">
                  <c:v>2.557935421773426</c:v>
                </c:pt>
                <c:pt idx="65">
                  <c:v>2.314821748265536</c:v>
                </c:pt>
                <c:pt idx="66">
                  <c:v>2.1962297642063069</c:v>
                </c:pt>
                <c:pt idx="67">
                  <c:v>2.13422938418333</c:v>
                </c:pt>
                <c:pt idx="68">
                  <c:v>2.228793737309906</c:v>
                </c:pt>
                <c:pt idx="69">
                  <c:v>2.3256735748871411</c:v>
                </c:pt>
                <c:pt idx="70">
                  <c:v>2.310779100761871</c:v>
                </c:pt>
                <c:pt idx="71">
                  <c:v>2.4775957574672418</c:v>
                </c:pt>
                <c:pt idx="72">
                  <c:v>2.44788221991206</c:v>
                </c:pt>
                <c:pt idx="73">
                  <c:v>2.3399423204739049</c:v>
                </c:pt>
                <c:pt idx="74">
                  <c:v>2.4485201461412518</c:v>
                </c:pt>
                <c:pt idx="75">
                  <c:v>2.6907755094077168</c:v>
                </c:pt>
                <c:pt idx="76">
                  <c:v>2.8558125588535952</c:v>
                </c:pt>
                <c:pt idx="77">
                  <c:v>3.2315215123915602</c:v>
                </c:pt>
                <c:pt idx="78">
                  <c:v>3.327757955110219</c:v>
                </c:pt>
                <c:pt idx="79">
                  <c:v>3.5921241556469652</c:v>
                </c:pt>
                <c:pt idx="80">
                  <c:v>3.421756522059511</c:v>
                </c:pt>
                <c:pt idx="81">
                  <c:v>3.4246983866624801</c:v>
                </c:pt>
                <c:pt idx="82">
                  <c:v>3.2644745006866431</c:v>
                </c:pt>
                <c:pt idx="83">
                  <c:v>3.0038987303672888</c:v>
                </c:pt>
                <c:pt idx="84">
                  <c:v>3.026521777095645</c:v>
                </c:pt>
                <c:pt idx="85">
                  <c:v>2.6648220275293948</c:v>
                </c:pt>
                <c:pt idx="86">
                  <c:v>2.900749491459417</c:v>
                </c:pt>
                <c:pt idx="87">
                  <c:v>2.8230670066517618</c:v>
                </c:pt>
                <c:pt idx="88">
                  <c:v>2.909876128361641</c:v>
                </c:pt>
                <c:pt idx="89">
                  <c:v>2.9646878586306422</c:v>
                </c:pt>
                <c:pt idx="90">
                  <c:v>2.7674769229941072</c:v>
                </c:pt>
                <c:pt idx="91">
                  <c:v>2.5972931571082398</c:v>
                </c:pt>
                <c:pt idx="92">
                  <c:v>2.3284165046974001</c:v>
                </c:pt>
                <c:pt idx="93">
                  <c:v>2.230347957071809</c:v>
                </c:pt>
                <c:pt idx="94">
                  <c:v>1.643943561794375</c:v>
                </c:pt>
                <c:pt idx="95">
                  <c:v>1.6376226983320039</c:v>
                </c:pt>
                <c:pt idx="96">
                  <c:v>1.8147554987456951</c:v>
                </c:pt>
                <c:pt idx="97">
                  <c:v>1.988027221403766</c:v>
                </c:pt>
                <c:pt idx="98">
                  <c:v>1.9803241913688909</c:v>
                </c:pt>
                <c:pt idx="99">
                  <c:v>2.3075964777128299</c:v>
                </c:pt>
                <c:pt idx="100">
                  <c:v>2.896548619122187</c:v>
                </c:pt>
                <c:pt idx="101">
                  <c:v>3.0153569478617519</c:v>
                </c:pt>
                <c:pt idx="102">
                  <c:v>2.9148170766849661</c:v>
                </c:pt>
                <c:pt idx="103">
                  <c:v>3.1231897298505729</c:v>
                </c:pt>
                <c:pt idx="104">
                  <c:v>3.2159388718798332</c:v>
                </c:pt>
                <c:pt idx="105">
                  <c:v>3.1670298419582559</c:v>
                </c:pt>
                <c:pt idx="106">
                  <c:v>3.0897300534153578</c:v>
                </c:pt>
                <c:pt idx="107">
                  <c:v>3.025019312843825</c:v>
                </c:pt>
                <c:pt idx="108">
                  <c:v>3.3914659603640298</c:v>
                </c:pt>
                <c:pt idx="109">
                  <c:v>3.3033422628385378</c:v>
                </c:pt>
                <c:pt idx="110">
                  <c:v>3.4550819780564428</c:v>
                </c:pt>
                <c:pt idx="111">
                  <c:v>3.6063931722197951</c:v>
                </c:pt>
                <c:pt idx="112">
                  <c:v>3.6275930381216241</c:v>
                </c:pt>
                <c:pt idx="113">
                  <c:v>3.33313880189564</c:v>
                </c:pt>
                <c:pt idx="114">
                  <c:v>3.391110201415291</c:v>
                </c:pt>
                <c:pt idx="115">
                  <c:v>3.410126436285561</c:v>
                </c:pt>
                <c:pt idx="116">
                  <c:v>3.3197171943765178</c:v>
                </c:pt>
                <c:pt idx="117">
                  <c:v>3.5248377850142369</c:v>
                </c:pt>
                <c:pt idx="118">
                  <c:v>3.7870782691283051</c:v>
                </c:pt>
                <c:pt idx="119">
                  <c:v>3.5342425495315841</c:v>
                </c:pt>
                <c:pt idx="120">
                  <c:v>3.6814256503948548</c:v>
                </c:pt>
                <c:pt idx="121">
                  <c:v>3.7499942477418209</c:v>
                </c:pt>
                <c:pt idx="122">
                  <c:v>3.6651505874527279</c:v>
                </c:pt>
                <c:pt idx="123">
                  <c:v>3.80551816481417</c:v>
                </c:pt>
                <c:pt idx="124">
                  <c:v>3.787713150701276</c:v>
                </c:pt>
                <c:pt idx="125">
                  <c:v>3.6057826367104999</c:v>
                </c:pt>
                <c:pt idx="126">
                  <c:v>3.5509073310916519</c:v>
                </c:pt>
                <c:pt idx="127">
                  <c:v>3.905709224194776</c:v>
                </c:pt>
                <c:pt idx="128">
                  <c:v>3.5326762408764538</c:v>
                </c:pt>
                <c:pt idx="129">
                  <c:v>3.1753813054052631</c:v>
                </c:pt>
                <c:pt idx="130">
                  <c:v>3.5107594496921579</c:v>
                </c:pt>
                <c:pt idx="131">
                  <c:v>3.5358458252764602</c:v>
                </c:pt>
                <c:pt idx="132">
                  <c:v>3.6770519005565041</c:v>
                </c:pt>
                <c:pt idx="133">
                  <c:v>3.8674396311349688</c:v>
                </c:pt>
                <c:pt idx="134">
                  <c:v>4.1967447463044518</c:v>
                </c:pt>
                <c:pt idx="135">
                  <c:v>4.0499235782711116</c:v>
                </c:pt>
                <c:pt idx="136">
                  <c:v>3.835796662362073</c:v>
                </c:pt>
                <c:pt idx="137">
                  <c:v>3.7159050764599031</c:v>
                </c:pt>
                <c:pt idx="138">
                  <c:v>3.9250097749818669</c:v>
                </c:pt>
                <c:pt idx="139">
                  <c:v>3.8160731556319649</c:v>
                </c:pt>
                <c:pt idx="140">
                  <c:v>4.1253122566394342</c:v>
                </c:pt>
                <c:pt idx="141">
                  <c:v>4.362718582766508</c:v>
                </c:pt>
                <c:pt idx="142">
                  <c:v>4.3046848374911093</c:v>
                </c:pt>
                <c:pt idx="143">
                  <c:v>4.2099985228832004</c:v>
                </c:pt>
                <c:pt idx="144">
                  <c:v>4.2609336985446076</c:v>
                </c:pt>
                <c:pt idx="145">
                  <c:v>4.3642530988414654</c:v>
                </c:pt>
                <c:pt idx="146">
                  <c:v>4.7119559986060926</c:v>
                </c:pt>
                <c:pt idx="147">
                  <c:v>4.967026061029852</c:v>
                </c:pt>
                <c:pt idx="148">
                  <c:v>5.1769470159984916</c:v>
                </c:pt>
                <c:pt idx="149">
                  <c:v>5.3481906502545149</c:v>
                </c:pt>
                <c:pt idx="150">
                  <c:v>4.8053561881637243</c:v>
                </c:pt>
                <c:pt idx="151">
                  <c:v>5.0132493400628713</c:v>
                </c:pt>
                <c:pt idx="152">
                  <c:v>4.8308578050602584</c:v>
                </c:pt>
                <c:pt idx="153">
                  <c:v>4.9528746152406287</c:v>
                </c:pt>
                <c:pt idx="154">
                  <c:v>4.9079592235993967</c:v>
                </c:pt>
                <c:pt idx="155">
                  <c:v>4.8535576421037394</c:v>
                </c:pt>
                <c:pt idx="156">
                  <c:v>4.6984073283386314</c:v>
                </c:pt>
                <c:pt idx="157">
                  <c:v>4.8460085060970979</c:v>
                </c:pt>
                <c:pt idx="158">
                  <c:v>4.9918848312313768</c:v>
                </c:pt>
                <c:pt idx="159">
                  <c:v>5.2564932220128613</c:v>
                </c:pt>
                <c:pt idx="160">
                  <c:v>5.4210185995908979</c:v>
                </c:pt>
                <c:pt idx="161">
                  <c:v>5.3612076773276351</c:v>
                </c:pt>
                <c:pt idx="162">
                  <c:v>5.3192896337825211</c:v>
                </c:pt>
                <c:pt idx="163">
                  <c:v>5.3794453944509861</c:v>
                </c:pt>
                <c:pt idx="164">
                  <c:v>5.5678541439178737</c:v>
                </c:pt>
                <c:pt idx="165">
                  <c:v>5.6373281681915337</c:v>
                </c:pt>
                <c:pt idx="166">
                  <c:v>5.4892408480010406</c:v>
                </c:pt>
                <c:pt idx="167">
                  <c:v>5.4112496035640918</c:v>
                </c:pt>
                <c:pt idx="168">
                  <c:v>5.4945387189182027</c:v>
                </c:pt>
                <c:pt idx="169">
                  <c:v>5.8362371012058274</c:v>
                </c:pt>
                <c:pt idx="170">
                  <c:v>6.2399248963870972</c:v>
                </c:pt>
                <c:pt idx="171">
                  <c:v>6.6223698822808874</c:v>
                </c:pt>
                <c:pt idx="172">
                  <c:v>6.870325998919812</c:v>
                </c:pt>
                <c:pt idx="173">
                  <c:v>7.2137105032295334</c:v>
                </c:pt>
                <c:pt idx="174">
                  <c:v>7.310906891646292</c:v>
                </c:pt>
                <c:pt idx="175">
                  <c:v>7.2458908144705907</c:v>
                </c:pt>
                <c:pt idx="176">
                  <c:v>6.8674387426119781</c:v>
                </c:pt>
                <c:pt idx="177">
                  <c:v>7.0849385528467224</c:v>
                </c:pt>
                <c:pt idx="178">
                  <c:v>7.2004368600188791</c:v>
                </c:pt>
                <c:pt idx="179">
                  <c:v>7.1329913993403959</c:v>
                </c:pt>
                <c:pt idx="180">
                  <c:v>7.316571307123243</c:v>
                </c:pt>
                <c:pt idx="181">
                  <c:v>7.1820656539459069</c:v>
                </c:pt>
                <c:pt idx="182">
                  <c:v>7.1380711812011777</c:v>
                </c:pt>
                <c:pt idx="183">
                  <c:v>7.6773883329613772</c:v>
                </c:pt>
                <c:pt idx="184">
                  <c:v>7.98270747739776</c:v>
                </c:pt>
                <c:pt idx="185">
                  <c:v>7.9211012890225572</c:v>
                </c:pt>
                <c:pt idx="186">
                  <c:v>7.8240253434084321</c:v>
                </c:pt>
                <c:pt idx="187">
                  <c:v>8.293854303518966</c:v>
                </c:pt>
                <c:pt idx="188">
                  <c:v>7.8744435653617959</c:v>
                </c:pt>
                <c:pt idx="189">
                  <c:v>8.1658382022672598</c:v>
                </c:pt>
                <c:pt idx="190">
                  <c:v>7.4905276184658947</c:v>
                </c:pt>
                <c:pt idx="191">
                  <c:v>7.3034655665596837</c:v>
                </c:pt>
                <c:pt idx="192">
                  <c:v>7.8866984712904076</c:v>
                </c:pt>
                <c:pt idx="193">
                  <c:v>7.6653046348266303</c:v>
                </c:pt>
                <c:pt idx="194">
                  <c:v>7.6637185754123482</c:v>
                </c:pt>
                <c:pt idx="195">
                  <c:v>7.8563367841672509</c:v>
                </c:pt>
                <c:pt idx="196">
                  <c:v>7.9537450429336429</c:v>
                </c:pt>
                <c:pt idx="197">
                  <c:v>8.178950197426996</c:v>
                </c:pt>
                <c:pt idx="198">
                  <c:v>8.2845661392070298</c:v>
                </c:pt>
                <c:pt idx="199">
                  <c:v>7.9799281081020688</c:v>
                </c:pt>
                <c:pt idx="200">
                  <c:v>8.0393656182439841</c:v>
                </c:pt>
                <c:pt idx="201">
                  <c:v>7.5506802622942937</c:v>
                </c:pt>
                <c:pt idx="202">
                  <c:v>7.7454565068878498</c:v>
                </c:pt>
                <c:pt idx="203">
                  <c:v>8.1085516634486012</c:v>
                </c:pt>
                <c:pt idx="204">
                  <c:v>8.2108315664622573</c:v>
                </c:pt>
                <c:pt idx="205">
                  <c:v>9.0574489824463082</c:v>
                </c:pt>
                <c:pt idx="206">
                  <c:v>8.7235426299914938</c:v>
                </c:pt>
                <c:pt idx="207">
                  <c:v>8.7678574677011305</c:v>
                </c:pt>
                <c:pt idx="208">
                  <c:v>9.0055603778872531</c:v>
                </c:pt>
                <c:pt idx="209">
                  <c:v>8.9342299324948442</c:v>
                </c:pt>
                <c:pt idx="210">
                  <c:v>8.3075378810034923</c:v>
                </c:pt>
                <c:pt idx="211">
                  <c:v>8.0777342178703062</c:v>
                </c:pt>
                <c:pt idx="212">
                  <c:v>8.3811551901691832</c:v>
                </c:pt>
                <c:pt idx="213">
                  <c:v>8.39919530221092</c:v>
                </c:pt>
                <c:pt idx="214">
                  <c:v>6.6509761154823961</c:v>
                </c:pt>
                <c:pt idx="215">
                  <c:v>7.2428981474202816</c:v>
                </c:pt>
                <c:pt idx="216">
                  <c:v>7.1480622132784539</c:v>
                </c:pt>
                <c:pt idx="217">
                  <c:v>7.8777323944736564</c:v>
                </c:pt>
                <c:pt idx="218">
                  <c:v>7.9391550885120052</c:v>
                </c:pt>
                <c:pt idx="219">
                  <c:v>8.0787482991775423</c:v>
                </c:pt>
                <c:pt idx="220">
                  <c:v>8.4435610963939904</c:v>
                </c:pt>
                <c:pt idx="221">
                  <c:v>7.8772674552132784</c:v>
                </c:pt>
                <c:pt idx="222">
                  <c:v>8.1549346778391616</c:v>
                </c:pt>
                <c:pt idx="223">
                  <c:v>7.4078827799719846</c:v>
                </c:pt>
                <c:pt idx="224">
                  <c:v>7.1826459488690926</c:v>
                </c:pt>
                <c:pt idx="225">
                  <c:v>7.4252338560485489</c:v>
                </c:pt>
                <c:pt idx="226">
                  <c:v>7.5268935990958301</c:v>
                </c:pt>
                <c:pt idx="227">
                  <c:v>7.4573332080412893</c:v>
                </c:pt>
                <c:pt idx="228">
                  <c:v>7.8746821776975038</c:v>
                </c:pt>
                <c:pt idx="229">
                  <c:v>7.6756625117632771</c:v>
                </c:pt>
                <c:pt idx="230">
                  <c:v>7.0686266561834463</c:v>
                </c:pt>
                <c:pt idx="231">
                  <c:v>6.0939661078303473</c:v>
                </c:pt>
                <c:pt idx="232">
                  <c:v>7.3063709739345306</c:v>
                </c:pt>
                <c:pt idx="233">
                  <c:v>8.0135258702800218</c:v>
                </c:pt>
                <c:pt idx="234">
                  <c:v>8.0432652133782447</c:v>
                </c:pt>
                <c:pt idx="235">
                  <c:v>8.9193484202604889</c:v>
                </c:pt>
                <c:pt idx="236">
                  <c:v>9.1863293796445848</c:v>
                </c:pt>
                <c:pt idx="237">
                  <c:v>9.2617539002719784</c:v>
                </c:pt>
                <c:pt idx="238">
                  <c:v>8.851075189119987</c:v>
                </c:pt>
                <c:pt idx="239">
                  <c:v>9.8338704154088585</c:v>
                </c:pt>
                <c:pt idx="240">
                  <c:v>10.40351258328047</c:v>
                </c:pt>
                <c:pt idx="241">
                  <c:v>10.49785887756302</c:v>
                </c:pt>
                <c:pt idx="242">
                  <c:v>10.601615226450109</c:v>
                </c:pt>
                <c:pt idx="243">
                  <c:v>11.187995130415031</c:v>
                </c:pt>
                <c:pt idx="244">
                  <c:v>11.810984372369189</c:v>
                </c:pt>
                <c:pt idx="245">
                  <c:v>12.080479128726919</c:v>
                </c:pt>
                <c:pt idx="246">
                  <c:v>12.719621513865929</c:v>
                </c:pt>
                <c:pt idx="247">
                  <c:v>12.520284850479481</c:v>
                </c:pt>
                <c:pt idx="248">
                  <c:v>12.117978770936411</c:v>
                </c:pt>
                <c:pt idx="249">
                  <c:v>11.7200470765459</c:v>
                </c:pt>
                <c:pt idx="250">
                  <c:v>11.561686231583611</c:v>
                </c:pt>
                <c:pt idx="251">
                  <c:v>10.679160295250179</c:v>
                </c:pt>
                <c:pt idx="252">
                  <c:v>11.93197703799847</c:v>
                </c:pt>
                <c:pt idx="253">
                  <c:v>10.559151707490949</c:v>
                </c:pt>
                <c:pt idx="254">
                  <c:v>10.84700201282801</c:v>
                </c:pt>
                <c:pt idx="255">
                  <c:v>11.60799974827988</c:v>
                </c:pt>
                <c:pt idx="256">
                  <c:v>11.469535109299381</c:v>
                </c:pt>
                <c:pt idx="257">
                  <c:v>11.140072353095221</c:v>
                </c:pt>
                <c:pt idx="258">
                  <c:v>9.3114025513841181</c:v>
                </c:pt>
                <c:pt idx="259">
                  <c:v>9.9988552089358063</c:v>
                </c:pt>
                <c:pt idx="260">
                  <c:v>10.05397216274711</c:v>
                </c:pt>
                <c:pt idx="261">
                  <c:v>8.4097435361020434</c:v>
                </c:pt>
                <c:pt idx="262">
                  <c:v>8.6784013493253696</c:v>
                </c:pt>
                <c:pt idx="263">
                  <c:v>9.4941515351365329</c:v>
                </c:pt>
                <c:pt idx="264">
                  <c:v>8.9878469616045553</c:v>
                </c:pt>
                <c:pt idx="265">
                  <c:v>9.8107491974810639</c:v>
                </c:pt>
                <c:pt idx="266">
                  <c:v>10.034923269207971</c:v>
                </c:pt>
                <c:pt idx="267">
                  <c:v>10.200843008524529</c:v>
                </c:pt>
                <c:pt idx="268">
                  <c:v>9.9976117504833351</c:v>
                </c:pt>
                <c:pt idx="269">
                  <c:v>10.467399805662289</c:v>
                </c:pt>
                <c:pt idx="270">
                  <c:v>10.87730726974951</c:v>
                </c:pt>
                <c:pt idx="271">
                  <c:v>10.443939660381149</c:v>
                </c:pt>
                <c:pt idx="272">
                  <c:v>10.68936187889221</c:v>
                </c:pt>
                <c:pt idx="273">
                  <c:v>10.03974002870312</c:v>
                </c:pt>
                <c:pt idx="274">
                  <c:v>9.2414668061173941</c:v>
                </c:pt>
                <c:pt idx="275">
                  <c:v>10.093144364851851</c:v>
                </c:pt>
                <c:pt idx="276">
                  <c:v>10.509864257770101</c:v>
                </c:pt>
                <c:pt idx="277">
                  <c:v>10.299540098925069</c:v>
                </c:pt>
                <c:pt idx="278">
                  <c:v>10.589481685378599</c:v>
                </c:pt>
                <c:pt idx="279">
                  <c:v>10.772795288163341</c:v>
                </c:pt>
                <c:pt idx="280">
                  <c:v>10.67272770269895</c:v>
                </c:pt>
                <c:pt idx="281">
                  <c:v>10.718460683097421</c:v>
                </c:pt>
                <c:pt idx="282">
                  <c:v>10.54250217465542</c:v>
                </c:pt>
                <c:pt idx="283">
                  <c:v>10.079462774999421</c:v>
                </c:pt>
                <c:pt idx="284">
                  <c:v>9.5692579340658543</c:v>
                </c:pt>
                <c:pt idx="285">
                  <c:v>9.5153437446020153</c:v>
                </c:pt>
                <c:pt idx="286">
                  <c:v>9.2355560160464574</c:v>
                </c:pt>
                <c:pt idx="287">
                  <c:v>8.6287288412687655</c:v>
                </c:pt>
                <c:pt idx="288">
                  <c:v>8.7373964078362771</c:v>
                </c:pt>
                <c:pt idx="289">
                  <c:v>9.1444788117326077</c:v>
                </c:pt>
                <c:pt idx="290">
                  <c:v>9.3883351079662809</c:v>
                </c:pt>
                <c:pt idx="291">
                  <c:v>8.9206532555360063</c:v>
                </c:pt>
                <c:pt idx="292">
                  <c:v>9.6326531655443652</c:v>
                </c:pt>
                <c:pt idx="293">
                  <c:v>9.8235971301141465</c:v>
                </c:pt>
                <c:pt idx="294">
                  <c:v>10.47386925039306</c:v>
                </c:pt>
                <c:pt idx="295">
                  <c:v>10.55286213949157</c:v>
                </c:pt>
                <c:pt idx="296">
                  <c:v>10.36434276682821</c:v>
                </c:pt>
                <c:pt idx="297">
                  <c:v>10.82769888158691</c:v>
                </c:pt>
                <c:pt idx="298">
                  <c:v>10.79891727987342</c:v>
                </c:pt>
                <c:pt idx="299">
                  <c:v>10.62169278818943</c:v>
                </c:pt>
                <c:pt idx="300">
                  <c:v>10.864582699419049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B1D-4D98-B070-980B28AB52AB}"/>
            </c:ext>
          </c:extLst>
        </c:ser>
        <c:ser>
          <c:idx val="4"/>
          <c:order val="4"/>
          <c:tx>
            <c:strRef>
              <c:f>nav!$F$1</c:f>
              <c:strCache>
                <c:ptCount val="1"/>
                <c:pt idx="0">
                  <c:v>Q(5/5)</c:v>
                </c:pt>
              </c:strCache>
            </c:strRef>
          </c:tx>
          <c:spPr>
            <a:ln w="25400" cap="rnd">
              <a:solidFill>
                <a:srgbClr val="9999FF"/>
              </a:solidFill>
              <a:round/>
            </a:ln>
            <a:effectLst/>
          </c:spPr>
          <c:marker>
            <c:symbol val="none"/>
          </c:marker>
          <c:cat>
            <c:numRef>
              <c:f>nav!$G$2:$G$302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nav!$F$2:$F$302</c:f>
              <c:numCache>
                <c:formatCode>General</c:formatCode>
                <c:ptCount val="301"/>
                <c:pt idx="0">
                  <c:v>1</c:v>
                </c:pt>
                <c:pt idx="1">
                  <c:v>1.3671986778731591</c:v>
                </c:pt>
                <c:pt idx="2">
                  <c:v>1.449912458403098</c:v>
                </c:pt>
                <c:pt idx="3">
                  <c:v>1.3185094643245101</c:v>
                </c:pt>
                <c:pt idx="4">
                  <c:v>1.419506938307902</c:v>
                </c:pt>
                <c:pt idx="5">
                  <c:v>1.586301992933256</c:v>
                </c:pt>
                <c:pt idx="6">
                  <c:v>1.5683597035635599</c:v>
                </c:pt>
                <c:pt idx="7">
                  <c:v>1.385922396799679</c:v>
                </c:pt>
                <c:pt idx="8">
                  <c:v>1.303750143228108</c:v>
                </c:pt>
                <c:pt idx="9">
                  <c:v>1.154665214875082</c:v>
                </c:pt>
                <c:pt idx="10">
                  <c:v>1.363671134995261</c:v>
                </c:pt>
                <c:pt idx="11">
                  <c:v>1.4631574910973939</c:v>
                </c:pt>
                <c:pt idx="12">
                  <c:v>1.4892017773717321</c:v>
                </c:pt>
                <c:pt idx="13">
                  <c:v>1.6546799965596399</c:v>
                </c:pt>
                <c:pt idx="14">
                  <c:v>1.7470197562247789</c:v>
                </c:pt>
                <c:pt idx="15">
                  <c:v>2.0775925147348651</c:v>
                </c:pt>
                <c:pt idx="16">
                  <c:v>1.7678054468398621</c:v>
                </c:pt>
                <c:pt idx="17">
                  <c:v>1.626784457111504</c:v>
                </c:pt>
                <c:pt idx="18">
                  <c:v>1.446103364261538</c:v>
                </c:pt>
                <c:pt idx="19">
                  <c:v>1.4493745546917101</c:v>
                </c:pt>
                <c:pt idx="20">
                  <c:v>1.4962251659120811</c:v>
                </c:pt>
                <c:pt idx="21">
                  <c:v>1.250604017894694</c:v>
                </c:pt>
                <c:pt idx="22">
                  <c:v>1.314091969896608</c:v>
                </c:pt>
                <c:pt idx="23">
                  <c:v>1.390431520859795</c:v>
                </c:pt>
                <c:pt idx="24">
                  <c:v>1.222507613026337</c:v>
                </c:pt>
                <c:pt idx="25">
                  <c:v>1.1935011627661321</c:v>
                </c:pt>
                <c:pt idx="26">
                  <c:v>1.1979807350535121</c:v>
                </c:pt>
                <c:pt idx="27">
                  <c:v>1.090981999233118</c:v>
                </c:pt>
                <c:pt idx="28">
                  <c:v>1.254740041868055</c:v>
                </c:pt>
                <c:pt idx="29">
                  <c:v>1.3771052864099831</c:v>
                </c:pt>
                <c:pt idx="30">
                  <c:v>1.427855522325711</c:v>
                </c:pt>
                <c:pt idx="31">
                  <c:v>1.4399501057748529</c:v>
                </c:pt>
                <c:pt idx="32">
                  <c:v>1.4572148884887599</c:v>
                </c:pt>
                <c:pt idx="33">
                  <c:v>1.3422785907693191</c:v>
                </c:pt>
                <c:pt idx="34">
                  <c:v>1.3680871751083259</c:v>
                </c:pt>
                <c:pt idx="35">
                  <c:v>1.357086123849695</c:v>
                </c:pt>
                <c:pt idx="36">
                  <c:v>1.4062020028895641</c:v>
                </c:pt>
                <c:pt idx="37">
                  <c:v>1.371957025448014</c:v>
                </c:pt>
                <c:pt idx="38">
                  <c:v>1.3863617995023221</c:v>
                </c:pt>
                <c:pt idx="39">
                  <c:v>1.4036140113744979</c:v>
                </c:pt>
                <c:pt idx="40">
                  <c:v>1.4477734766457431</c:v>
                </c:pt>
                <c:pt idx="41">
                  <c:v>1.3214307977561379</c:v>
                </c:pt>
                <c:pt idx="42">
                  <c:v>1.273621472854928</c:v>
                </c:pt>
                <c:pt idx="43">
                  <c:v>1.1629978676328001</c:v>
                </c:pt>
                <c:pt idx="44">
                  <c:v>1.2537852307427459</c:v>
                </c:pt>
                <c:pt idx="45">
                  <c:v>1.284310028430947</c:v>
                </c:pt>
                <c:pt idx="46">
                  <c:v>1.2732885431021701</c:v>
                </c:pt>
                <c:pt idx="47">
                  <c:v>1.365724024104374</c:v>
                </c:pt>
                <c:pt idx="48">
                  <c:v>1.4312746145999149</c:v>
                </c:pt>
                <c:pt idx="49">
                  <c:v>1.761985659467759</c:v>
                </c:pt>
                <c:pt idx="50">
                  <c:v>1.9375578131567099</c:v>
                </c:pt>
                <c:pt idx="51">
                  <c:v>1.8162427919338791</c:v>
                </c:pt>
                <c:pt idx="52">
                  <c:v>1.7671132696959719</c:v>
                </c:pt>
                <c:pt idx="53">
                  <c:v>1.961543782584855</c:v>
                </c:pt>
                <c:pt idx="54">
                  <c:v>2.2028096782704729</c:v>
                </c:pt>
                <c:pt idx="55">
                  <c:v>2.4270512112167362</c:v>
                </c:pt>
                <c:pt idx="56">
                  <c:v>2.298924408224186</c:v>
                </c:pt>
                <c:pt idx="57">
                  <c:v>2.6575728827886049</c:v>
                </c:pt>
                <c:pt idx="58">
                  <c:v>2.8174081149781132</c:v>
                </c:pt>
                <c:pt idx="59">
                  <c:v>3.3533968410432178</c:v>
                </c:pt>
                <c:pt idx="60">
                  <c:v>3.3226414576350431</c:v>
                </c:pt>
                <c:pt idx="61">
                  <c:v>3.2702165683622169</c:v>
                </c:pt>
                <c:pt idx="62">
                  <c:v>3.32058711548156</c:v>
                </c:pt>
                <c:pt idx="63">
                  <c:v>3.2859697916571222</c:v>
                </c:pt>
                <c:pt idx="64">
                  <c:v>3.4029197074313151</c:v>
                </c:pt>
                <c:pt idx="65">
                  <c:v>3.1073086474507869</c:v>
                </c:pt>
                <c:pt idx="66">
                  <c:v>2.9267589461765642</c:v>
                </c:pt>
                <c:pt idx="67">
                  <c:v>2.808496347490463</c:v>
                </c:pt>
                <c:pt idx="68">
                  <c:v>3.0092002801293001</c:v>
                </c:pt>
                <c:pt idx="69">
                  <c:v>3.1414101755847912</c:v>
                </c:pt>
                <c:pt idx="70">
                  <c:v>3.1111308784483489</c:v>
                </c:pt>
                <c:pt idx="71">
                  <c:v>3.3370464738623289</c:v>
                </c:pt>
                <c:pt idx="72">
                  <c:v>3.347338715509121</c:v>
                </c:pt>
                <c:pt idx="73">
                  <c:v>3.1704897425391372</c:v>
                </c:pt>
                <c:pt idx="74">
                  <c:v>3.2457202823867481</c:v>
                </c:pt>
                <c:pt idx="75">
                  <c:v>3.565002598631926</c:v>
                </c:pt>
                <c:pt idx="76">
                  <c:v>3.7581774542193229</c:v>
                </c:pt>
                <c:pt idx="77">
                  <c:v>4.193221364219732</c:v>
                </c:pt>
                <c:pt idx="78">
                  <c:v>4.4034129678372151</c:v>
                </c:pt>
                <c:pt idx="79">
                  <c:v>4.7307383201748614</c:v>
                </c:pt>
                <c:pt idx="80">
                  <c:v>4.5341792839227866</c:v>
                </c:pt>
                <c:pt idx="81">
                  <c:v>4.5649895320657849</c:v>
                </c:pt>
                <c:pt idx="82">
                  <c:v>4.3617379640945906</c:v>
                </c:pt>
                <c:pt idx="83">
                  <c:v>4.0386270241688438</c:v>
                </c:pt>
                <c:pt idx="84">
                  <c:v>4.0654387661127656</c:v>
                </c:pt>
                <c:pt idx="85">
                  <c:v>3.657006595084797</c:v>
                </c:pt>
                <c:pt idx="86">
                  <c:v>3.871748547741523</c:v>
                </c:pt>
                <c:pt idx="87">
                  <c:v>3.792562066553415</c:v>
                </c:pt>
                <c:pt idx="88">
                  <c:v>3.9263492256242469</c:v>
                </c:pt>
                <c:pt idx="89">
                  <c:v>4.0048026013040543</c:v>
                </c:pt>
                <c:pt idx="90">
                  <c:v>3.700356318834825</c:v>
                </c:pt>
                <c:pt idx="91">
                  <c:v>3.503619085598793</c:v>
                </c:pt>
                <c:pt idx="92">
                  <c:v>3.1333610781658519</c:v>
                </c:pt>
                <c:pt idx="93">
                  <c:v>2.9195415830274611</c:v>
                </c:pt>
                <c:pt idx="94">
                  <c:v>2.2272815051937682</c:v>
                </c:pt>
                <c:pt idx="95">
                  <c:v>2.3055297464740629</c:v>
                </c:pt>
                <c:pt idx="96">
                  <c:v>2.5435480830514399</c:v>
                </c:pt>
                <c:pt idx="97">
                  <c:v>2.7838227765458878</c:v>
                </c:pt>
                <c:pt idx="98">
                  <c:v>2.7599062383941382</c:v>
                </c:pt>
                <c:pt idx="99">
                  <c:v>3.206688060941719</c:v>
                </c:pt>
                <c:pt idx="100">
                  <c:v>3.8404074705873552</c:v>
                </c:pt>
                <c:pt idx="101">
                  <c:v>4.038123835224896</c:v>
                </c:pt>
                <c:pt idx="102">
                  <c:v>3.929321578294894</c:v>
                </c:pt>
                <c:pt idx="103">
                  <c:v>4.1803593317605969</c:v>
                </c:pt>
                <c:pt idx="104">
                  <c:v>4.2652743070754351</c:v>
                </c:pt>
                <c:pt idx="105">
                  <c:v>4.2310853977565426</c:v>
                </c:pt>
                <c:pt idx="106">
                  <c:v>4.1186725222008214</c:v>
                </c:pt>
                <c:pt idx="107">
                  <c:v>3.9985166143362298</c:v>
                </c:pt>
                <c:pt idx="108">
                  <c:v>4.4613012847702072</c:v>
                </c:pt>
                <c:pt idx="109">
                  <c:v>4.2682315577240626</c:v>
                </c:pt>
                <c:pt idx="110">
                  <c:v>4.4199646977271509</c:v>
                </c:pt>
                <c:pt idx="111">
                  <c:v>4.5796756261081812</c:v>
                </c:pt>
                <c:pt idx="112">
                  <c:v>4.6332409790704503</c:v>
                </c:pt>
                <c:pt idx="113">
                  <c:v>4.3622872760605782</c:v>
                </c:pt>
                <c:pt idx="114">
                  <c:v>4.5211690510423903</c:v>
                </c:pt>
                <c:pt idx="115">
                  <c:v>4.5230049129056171</c:v>
                </c:pt>
                <c:pt idx="116">
                  <c:v>4.3822860125118126</c:v>
                </c:pt>
                <c:pt idx="117">
                  <c:v>4.5853068580093863</c:v>
                </c:pt>
                <c:pt idx="118">
                  <c:v>4.8446132508951694</c:v>
                </c:pt>
                <c:pt idx="119">
                  <c:v>4.6730130449932608</c:v>
                </c:pt>
                <c:pt idx="120">
                  <c:v>4.8493175880594066</c:v>
                </c:pt>
                <c:pt idx="121">
                  <c:v>4.9130322392787287</c:v>
                </c:pt>
                <c:pt idx="122">
                  <c:v>4.7603875363630266</c:v>
                </c:pt>
                <c:pt idx="123">
                  <c:v>5.0715618661293629</c:v>
                </c:pt>
                <c:pt idx="124">
                  <c:v>5.0744371457348807</c:v>
                </c:pt>
                <c:pt idx="125">
                  <c:v>4.8981633441430441</c:v>
                </c:pt>
                <c:pt idx="126">
                  <c:v>4.8532824531279433</c:v>
                </c:pt>
                <c:pt idx="127">
                  <c:v>5.4356350232190547</c:v>
                </c:pt>
                <c:pt idx="128">
                  <c:v>5.2008238111450211</c:v>
                </c:pt>
                <c:pt idx="129">
                  <c:v>4.6753720995745347</c:v>
                </c:pt>
                <c:pt idx="130">
                  <c:v>5.1915266144457206</c:v>
                </c:pt>
                <c:pt idx="131">
                  <c:v>5.2810627511746144</c:v>
                </c:pt>
                <c:pt idx="132">
                  <c:v>5.5662482910878293</c:v>
                </c:pt>
                <c:pt idx="133">
                  <c:v>5.9503286938520112</c:v>
                </c:pt>
                <c:pt idx="134">
                  <c:v>6.3380523770980153</c:v>
                </c:pt>
                <c:pt idx="135">
                  <c:v>6.2818834421668122</c:v>
                </c:pt>
                <c:pt idx="136">
                  <c:v>5.9585067667518112</c:v>
                </c:pt>
                <c:pt idx="137">
                  <c:v>5.8092067987280451</c:v>
                </c:pt>
                <c:pt idx="138">
                  <c:v>6.0993137492718654</c:v>
                </c:pt>
                <c:pt idx="139">
                  <c:v>6.0167618663989577</c:v>
                </c:pt>
                <c:pt idx="140">
                  <c:v>6.6552076702762113</c:v>
                </c:pt>
                <c:pt idx="141">
                  <c:v>7.0115238902454609</c:v>
                </c:pt>
                <c:pt idx="142">
                  <c:v>7.0855700275796982</c:v>
                </c:pt>
                <c:pt idx="143">
                  <c:v>6.9753762734393119</c:v>
                </c:pt>
                <c:pt idx="144">
                  <c:v>7.0182899752935421</c:v>
                </c:pt>
                <c:pt idx="145">
                  <c:v>7.2026482379070744</c:v>
                </c:pt>
                <c:pt idx="146">
                  <c:v>7.6724555509700121</c:v>
                </c:pt>
                <c:pt idx="147">
                  <c:v>8.0186783803768655</c:v>
                </c:pt>
                <c:pt idx="148">
                  <c:v>8.4535254542006477</c:v>
                </c:pt>
                <c:pt idx="149">
                  <c:v>8.6067510235019959</c:v>
                </c:pt>
                <c:pt idx="150">
                  <c:v>7.7060819897522439</c:v>
                </c:pt>
                <c:pt idx="151">
                  <c:v>8.220338366534957</c:v>
                </c:pt>
                <c:pt idx="152">
                  <c:v>7.7092675261504473</c:v>
                </c:pt>
                <c:pt idx="153">
                  <c:v>7.9370334804628264</c:v>
                </c:pt>
                <c:pt idx="154">
                  <c:v>7.9840279516305657</c:v>
                </c:pt>
                <c:pt idx="155">
                  <c:v>7.8642175668168903</c:v>
                </c:pt>
                <c:pt idx="156">
                  <c:v>7.810411124261142</c:v>
                </c:pt>
                <c:pt idx="157">
                  <c:v>7.980482304845637</c:v>
                </c:pt>
                <c:pt idx="158">
                  <c:v>8.3246403363172519</c:v>
                </c:pt>
                <c:pt idx="159">
                  <c:v>8.6656127067095241</c:v>
                </c:pt>
                <c:pt idx="160">
                  <c:v>9.0337034138756387</c:v>
                </c:pt>
                <c:pt idx="161">
                  <c:v>9.0936235393044011</c:v>
                </c:pt>
                <c:pt idx="162">
                  <c:v>9.0133972702481611</c:v>
                </c:pt>
                <c:pt idx="163">
                  <c:v>9.3943111828451062</c:v>
                </c:pt>
                <c:pt idx="164">
                  <c:v>9.9848519712979247</c:v>
                </c:pt>
                <c:pt idx="165">
                  <c:v>10.50400999764596</c:v>
                </c:pt>
                <c:pt idx="166">
                  <c:v>10.409949604657831</c:v>
                </c:pt>
                <c:pt idx="167">
                  <c:v>10.12398276034342</c:v>
                </c:pt>
                <c:pt idx="168">
                  <c:v>10.27566874031265</c:v>
                </c:pt>
                <c:pt idx="169">
                  <c:v>11.260566946020569</c:v>
                </c:pt>
                <c:pt idx="170">
                  <c:v>11.878427934913111</c:v>
                </c:pt>
                <c:pt idx="171">
                  <c:v>12.978463228296359</c:v>
                </c:pt>
                <c:pt idx="172">
                  <c:v>13.98173829181045</c:v>
                </c:pt>
                <c:pt idx="173">
                  <c:v>14.72723922408562</c:v>
                </c:pt>
                <c:pt idx="174">
                  <c:v>15.37161942330331</c:v>
                </c:pt>
                <c:pt idx="175">
                  <c:v>15.433121130526949</c:v>
                </c:pt>
                <c:pt idx="176">
                  <c:v>14.523910398080311</c:v>
                </c:pt>
                <c:pt idx="177">
                  <c:v>14.98521555183282</c:v>
                </c:pt>
                <c:pt idx="178">
                  <c:v>15.01425319284532</c:v>
                </c:pt>
                <c:pt idx="179">
                  <c:v>14.869720111948419</c:v>
                </c:pt>
                <c:pt idx="180">
                  <c:v>14.95186938127587</c:v>
                </c:pt>
                <c:pt idx="181">
                  <c:v>14.871074370350151</c:v>
                </c:pt>
                <c:pt idx="182">
                  <c:v>14.623756392676739</c:v>
                </c:pt>
                <c:pt idx="183">
                  <c:v>15.352717746277641</c:v>
                </c:pt>
                <c:pt idx="184">
                  <c:v>15.749514512579131</c:v>
                </c:pt>
                <c:pt idx="185">
                  <c:v>15.782391723054049</c:v>
                </c:pt>
                <c:pt idx="186">
                  <c:v>15.63136998083437</c:v>
                </c:pt>
                <c:pt idx="187">
                  <c:v>15.9128449779697</c:v>
                </c:pt>
                <c:pt idx="188">
                  <c:v>14.96830646333812</c:v>
                </c:pt>
                <c:pt idx="189">
                  <c:v>15.28700455078712</c:v>
                </c:pt>
                <c:pt idx="190">
                  <c:v>14.111705021500279</c:v>
                </c:pt>
                <c:pt idx="191">
                  <c:v>13.580416894264619</c:v>
                </c:pt>
                <c:pt idx="192">
                  <c:v>14.495020522167691</c:v>
                </c:pt>
                <c:pt idx="193">
                  <c:v>14.38691678127055</c:v>
                </c:pt>
                <c:pt idx="194">
                  <c:v>14.51423008911935</c:v>
                </c:pt>
                <c:pt idx="195">
                  <c:v>14.76923617807817</c:v>
                </c:pt>
                <c:pt idx="196">
                  <c:v>15.138310488419719</c:v>
                </c:pt>
                <c:pt idx="197">
                  <c:v>15.62945220321301</c:v>
                </c:pt>
                <c:pt idx="198">
                  <c:v>15.47379144965212</c:v>
                </c:pt>
                <c:pt idx="199">
                  <c:v>14.867171837000249</c:v>
                </c:pt>
                <c:pt idx="200">
                  <c:v>14.879697568557731</c:v>
                </c:pt>
                <c:pt idx="201">
                  <c:v>14.172436807974529</c:v>
                </c:pt>
                <c:pt idx="202">
                  <c:v>14.7713477938255</c:v>
                </c:pt>
                <c:pt idx="203">
                  <c:v>15.761939835082879</c:v>
                </c:pt>
                <c:pt idx="204">
                  <c:v>16.01569206833129</c:v>
                </c:pt>
                <c:pt idx="205">
                  <c:v>17.56563624220561</c:v>
                </c:pt>
                <c:pt idx="206">
                  <c:v>16.975673884519939</c:v>
                </c:pt>
                <c:pt idx="207">
                  <c:v>17.35425584331669</c:v>
                </c:pt>
                <c:pt idx="208">
                  <c:v>17.791421427169979</c:v>
                </c:pt>
                <c:pt idx="209">
                  <c:v>17.580761361229641</c:v>
                </c:pt>
                <c:pt idx="210">
                  <c:v>16.548841579682769</c:v>
                </c:pt>
                <c:pt idx="211">
                  <c:v>16.021841373604531</c:v>
                </c:pt>
                <c:pt idx="212">
                  <c:v>16.487906313803339</c:v>
                </c:pt>
                <c:pt idx="213">
                  <c:v>16.420828620104398</c:v>
                </c:pt>
                <c:pt idx="214">
                  <c:v>13.04984318759535</c:v>
                </c:pt>
                <c:pt idx="215">
                  <c:v>14.294029025787889</c:v>
                </c:pt>
                <c:pt idx="216">
                  <c:v>13.826999553518901</c:v>
                </c:pt>
                <c:pt idx="217">
                  <c:v>15.12178299315544</c:v>
                </c:pt>
                <c:pt idx="218">
                  <c:v>15.59055683646142</c:v>
                </c:pt>
                <c:pt idx="219">
                  <c:v>16.03617390243565</c:v>
                </c:pt>
                <c:pt idx="220">
                  <c:v>16.88931024555129</c:v>
                </c:pt>
                <c:pt idx="221">
                  <c:v>15.82255046848184</c:v>
                </c:pt>
                <c:pt idx="222">
                  <c:v>16.49104177566759</c:v>
                </c:pt>
                <c:pt idx="223">
                  <c:v>14.9024732400242</c:v>
                </c:pt>
                <c:pt idx="224">
                  <c:v>14.716006098399641</c:v>
                </c:pt>
                <c:pt idx="225">
                  <c:v>15.05223277904885</c:v>
                </c:pt>
                <c:pt idx="226">
                  <c:v>15.42031615826216</c:v>
                </c:pt>
                <c:pt idx="227">
                  <c:v>15.32169139205236</c:v>
                </c:pt>
                <c:pt idx="228">
                  <c:v>16.043788720969399</c:v>
                </c:pt>
                <c:pt idx="229">
                  <c:v>15.70689926990627</c:v>
                </c:pt>
                <c:pt idx="230">
                  <c:v>14.588510888180529</c:v>
                </c:pt>
                <c:pt idx="231">
                  <c:v>13.22816127307919</c:v>
                </c:pt>
                <c:pt idx="232">
                  <c:v>15.935060538194371</c:v>
                </c:pt>
                <c:pt idx="233">
                  <c:v>17.409688976634278</c:v>
                </c:pt>
                <c:pt idx="234">
                  <c:v>17.29801814910007</c:v>
                </c:pt>
                <c:pt idx="235">
                  <c:v>18.849995224491629</c:v>
                </c:pt>
                <c:pt idx="236">
                  <c:v>19.51199745635742</c:v>
                </c:pt>
                <c:pt idx="237">
                  <c:v>19.579130955285549</c:v>
                </c:pt>
                <c:pt idx="238">
                  <c:v>18.657106452326449</c:v>
                </c:pt>
                <c:pt idx="239">
                  <c:v>20.470254586224641</c:v>
                </c:pt>
                <c:pt idx="240">
                  <c:v>21.763961462552469</c:v>
                </c:pt>
                <c:pt idx="241">
                  <c:v>21.704534377042702</c:v>
                </c:pt>
                <c:pt idx="242">
                  <c:v>22.37743203693547</c:v>
                </c:pt>
                <c:pt idx="243">
                  <c:v>23.98453321528255</c:v>
                </c:pt>
                <c:pt idx="244">
                  <c:v>25.416625552594489</c:v>
                </c:pt>
                <c:pt idx="245">
                  <c:v>26.306749029078791</c:v>
                </c:pt>
                <c:pt idx="246">
                  <c:v>28.027634265157321</c:v>
                </c:pt>
                <c:pt idx="247">
                  <c:v>27.652185722206369</c:v>
                </c:pt>
                <c:pt idx="248">
                  <c:v>26.765933869820369</c:v>
                </c:pt>
                <c:pt idx="249">
                  <c:v>25.326895518205099</c:v>
                </c:pt>
                <c:pt idx="250">
                  <c:v>25.554055960663241</c:v>
                </c:pt>
                <c:pt idx="251">
                  <c:v>24.12982965013968</c:v>
                </c:pt>
                <c:pt idx="252">
                  <c:v>26.848813701570261</c:v>
                </c:pt>
                <c:pt idx="253">
                  <c:v>23.839821661217169</c:v>
                </c:pt>
                <c:pt idx="254">
                  <c:v>24.471545007545931</c:v>
                </c:pt>
                <c:pt idx="255">
                  <c:v>26.19454343193572</c:v>
                </c:pt>
                <c:pt idx="256">
                  <c:v>25.481467970647969</c:v>
                </c:pt>
                <c:pt idx="257">
                  <c:v>24.418512784724111</c:v>
                </c:pt>
                <c:pt idx="258">
                  <c:v>20.48181314361031</c:v>
                </c:pt>
                <c:pt idx="259">
                  <c:v>21.913835466659719</c:v>
                </c:pt>
                <c:pt idx="260">
                  <c:v>21.584743859078639</c:v>
                </c:pt>
                <c:pt idx="261">
                  <c:v>18.149700705248499</c:v>
                </c:pt>
                <c:pt idx="262">
                  <c:v>18.68003775491291</c:v>
                </c:pt>
                <c:pt idx="263">
                  <c:v>20.082292081817322</c:v>
                </c:pt>
                <c:pt idx="264">
                  <c:v>19.499838516024809</c:v>
                </c:pt>
                <c:pt idx="265">
                  <c:v>21.5165838338222</c:v>
                </c:pt>
                <c:pt idx="266">
                  <c:v>21.708542760404971</c:v>
                </c:pt>
                <c:pt idx="267">
                  <c:v>21.405054738453732</c:v>
                </c:pt>
                <c:pt idx="268">
                  <c:v>20.91057647070156</c:v>
                </c:pt>
                <c:pt idx="269">
                  <c:v>21.471095305190079</c:v>
                </c:pt>
                <c:pt idx="270">
                  <c:v>21.81433516152606</c:v>
                </c:pt>
                <c:pt idx="271">
                  <c:v>20.942409130855872</c:v>
                </c:pt>
                <c:pt idx="272">
                  <c:v>21.682020638462841</c:v>
                </c:pt>
                <c:pt idx="273">
                  <c:v>20.600278946942801</c:v>
                </c:pt>
                <c:pt idx="274">
                  <c:v>19.061427642960641</c:v>
                </c:pt>
                <c:pt idx="275">
                  <c:v>20.531290764058891</c:v>
                </c:pt>
                <c:pt idx="276">
                  <c:v>21.376071259434902</c:v>
                </c:pt>
                <c:pt idx="277">
                  <c:v>20.823931324239791</c:v>
                </c:pt>
                <c:pt idx="278">
                  <c:v>21.13555355375248</c:v>
                </c:pt>
                <c:pt idx="279">
                  <c:v>21.187758464119401</c:v>
                </c:pt>
                <c:pt idx="280">
                  <c:v>20.861181786264371</c:v>
                </c:pt>
                <c:pt idx="281">
                  <c:v>20.82050731090294</c:v>
                </c:pt>
                <c:pt idx="282">
                  <c:v>20.276318316882691</c:v>
                </c:pt>
                <c:pt idx="283">
                  <c:v>19.697068465165099</c:v>
                </c:pt>
                <c:pt idx="284">
                  <c:v>18.999326407309479</c:v>
                </c:pt>
                <c:pt idx="285">
                  <c:v>18.963309486384141</c:v>
                </c:pt>
                <c:pt idx="286">
                  <c:v>18.472735614059768</c:v>
                </c:pt>
                <c:pt idx="287">
                  <c:v>17.56442161054677</c:v>
                </c:pt>
                <c:pt idx="288">
                  <c:v>17.976875922002559</c:v>
                </c:pt>
                <c:pt idx="289">
                  <c:v>18.403476643159689</c:v>
                </c:pt>
                <c:pt idx="290">
                  <c:v>18.93133007003971</c:v>
                </c:pt>
                <c:pt idx="291">
                  <c:v>17.865716190108621</c:v>
                </c:pt>
                <c:pt idx="292">
                  <c:v>19.71732401089287</c:v>
                </c:pt>
                <c:pt idx="293">
                  <c:v>20.10094296126741</c:v>
                </c:pt>
                <c:pt idx="294">
                  <c:v>21.81964234508397</c:v>
                </c:pt>
                <c:pt idx="295">
                  <c:v>21.743026541761729</c:v>
                </c:pt>
                <c:pt idx="296">
                  <c:v>21.158007651085718</c:v>
                </c:pt>
                <c:pt idx="297">
                  <c:v>21.371476805138041</c:v>
                </c:pt>
                <c:pt idx="298">
                  <c:v>20.993225963616791</c:v>
                </c:pt>
                <c:pt idx="299">
                  <c:v>21.0213152350636</c:v>
                </c:pt>
                <c:pt idx="300">
                  <c:v>20.987497357540299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B1D-4D98-B070-980B28AB52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028319"/>
        <c:axId val="1977025919"/>
      </c:lineChart>
      <c:catAx>
        <c:axId val="1977028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7025919"/>
        <c:crossesAt val="-0.5"/>
        <c:auto val="1"/>
        <c:lblAlgn val="ctr"/>
        <c:lblOffset val="100"/>
        <c:tickLblSkip val="24"/>
        <c:noMultiLvlLbl val="0"/>
      </c:catAx>
      <c:valAx>
        <c:axId val="1977025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7028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9416849009076566E-2"/>
          <c:y val="3.3523692346497151E-2"/>
          <c:w val="0.31989507850241544"/>
          <c:h val="0.317387555555555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Q(1/5)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Sheet2!$G$2:$G$302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Sheet2!$B$2:$B$302</c:f>
              <c:numCache>
                <c:formatCode>General</c:formatCode>
                <c:ptCount val="301"/>
                <c:pt idx="0">
                  <c:v>0</c:v>
                </c:pt>
                <c:pt idx="1">
                  <c:v>0.16339390603990481</c:v>
                </c:pt>
                <c:pt idx="2">
                  <c:v>0.20658554121429451</c:v>
                </c:pt>
                <c:pt idx="3">
                  <c:v>0.14962893287728191</c:v>
                </c:pt>
                <c:pt idx="4">
                  <c:v>0.17912492801740981</c:v>
                </c:pt>
                <c:pt idx="5">
                  <c:v>0.30053505183519708</c:v>
                </c:pt>
                <c:pt idx="6">
                  <c:v>0.33380978926156291</c:v>
                </c:pt>
                <c:pt idx="7">
                  <c:v>0.23008015639561269</c:v>
                </c:pt>
                <c:pt idx="8">
                  <c:v>0.21564672614182839</c:v>
                </c:pt>
                <c:pt idx="9">
                  <c:v>0.14104179976294859</c:v>
                </c:pt>
                <c:pt idx="10">
                  <c:v>0.23166508925563831</c:v>
                </c:pt>
                <c:pt idx="11">
                  <c:v>0.35905132491586927</c:v>
                </c:pt>
                <c:pt idx="12">
                  <c:v>0.45524640228315461</c:v>
                </c:pt>
                <c:pt idx="13">
                  <c:v>0.59209887203449674</c:v>
                </c:pt>
                <c:pt idx="14">
                  <c:v>0.69937850080760156</c:v>
                </c:pt>
                <c:pt idx="15">
                  <c:v>0.82066809183981382</c:v>
                </c:pt>
                <c:pt idx="16">
                  <c:v>0.70746974521385098</c:v>
                </c:pt>
                <c:pt idx="17">
                  <c:v>0.66324585650327406</c:v>
                </c:pt>
                <c:pt idx="18">
                  <c:v>0.61658823414045549</c:v>
                </c:pt>
                <c:pt idx="19">
                  <c:v>0.59380591645716363</c:v>
                </c:pt>
                <c:pt idx="20">
                  <c:v>0.62358910271412527</c:v>
                </c:pt>
                <c:pt idx="21">
                  <c:v>0.54044207620391949</c:v>
                </c:pt>
                <c:pt idx="22">
                  <c:v>0.55548724679319905</c:v>
                </c:pt>
                <c:pt idx="23">
                  <c:v>0.62868850418269884</c:v>
                </c:pt>
                <c:pt idx="24">
                  <c:v>0.5532637595317933</c:v>
                </c:pt>
                <c:pt idx="25">
                  <c:v>0.49959476940275938</c:v>
                </c:pt>
                <c:pt idx="26">
                  <c:v>0.50290827213943023</c:v>
                </c:pt>
                <c:pt idx="27">
                  <c:v>0.45204591364000901</c:v>
                </c:pt>
                <c:pt idx="28">
                  <c:v>0.58525752027687794</c:v>
                </c:pt>
                <c:pt idx="29">
                  <c:v>0.67061094594570247</c:v>
                </c:pt>
                <c:pt idx="30">
                  <c:v>0.69795319266262923</c:v>
                </c:pt>
                <c:pt idx="31">
                  <c:v>0.70064536732059679</c:v>
                </c:pt>
                <c:pt idx="32">
                  <c:v>0.74489105728145044</c:v>
                </c:pt>
                <c:pt idx="33">
                  <c:v>0.68883554730146657</c:v>
                </c:pt>
                <c:pt idx="34">
                  <c:v>0.73613816418968125</c:v>
                </c:pt>
                <c:pt idx="35">
                  <c:v>0.78594821016147465</c:v>
                </c:pt>
                <c:pt idx="36">
                  <c:v>0.85583570861463187</c:v>
                </c:pt>
                <c:pt idx="37">
                  <c:v>0.82989428839328716</c:v>
                </c:pt>
                <c:pt idx="38">
                  <c:v>0.85965272591603603</c:v>
                </c:pt>
                <c:pt idx="39">
                  <c:v>0.86628875632158753</c:v>
                </c:pt>
                <c:pt idx="40">
                  <c:v>0.8766625707963468</c:v>
                </c:pt>
                <c:pt idx="41">
                  <c:v>0.80118720299880442</c:v>
                </c:pt>
                <c:pt idx="42">
                  <c:v>0.81602139635227955</c:v>
                </c:pt>
                <c:pt idx="43">
                  <c:v>0.79056995153755172</c:v>
                </c:pt>
                <c:pt idx="44">
                  <c:v>0.85780243329557826</c:v>
                </c:pt>
                <c:pt idx="45">
                  <c:v>0.91692739311667026</c:v>
                </c:pt>
                <c:pt idx="46">
                  <c:v>0.9512528082465459</c:v>
                </c:pt>
                <c:pt idx="47">
                  <c:v>1.0346291675336221</c:v>
                </c:pt>
                <c:pt idx="48">
                  <c:v>1.0634721532967339</c:v>
                </c:pt>
                <c:pt idx="49">
                  <c:v>1.161021323631495</c:v>
                </c:pt>
                <c:pt idx="50">
                  <c:v>1.3144046740506909</c:v>
                </c:pt>
                <c:pt idx="51">
                  <c:v>1.280014220089984</c:v>
                </c:pt>
                <c:pt idx="52">
                  <c:v>1.2553159988773861</c:v>
                </c:pt>
                <c:pt idx="53">
                  <c:v>1.292231041658455</c:v>
                </c:pt>
                <c:pt idx="54">
                  <c:v>1.3804061770132661</c:v>
                </c:pt>
                <c:pt idx="55">
                  <c:v>1.504257096857339</c:v>
                </c:pt>
                <c:pt idx="56">
                  <c:v>1.469261035113121</c:v>
                </c:pt>
                <c:pt idx="57">
                  <c:v>1.6163425227618911</c:v>
                </c:pt>
                <c:pt idx="58">
                  <c:v>1.6339823179345569</c:v>
                </c:pt>
                <c:pt idx="59">
                  <c:v>1.76659705871296</c:v>
                </c:pt>
                <c:pt idx="60">
                  <c:v>1.796823472923456</c:v>
                </c:pt>
                <c:pt idx="61">
                  <c:v>1.7496379867436209</c:v>
                </c:pt>
                <c:pt idx="62">
                  <c:v>1.739654478966763</c:v>
                </c:pt>
                <c:pt idx="63">
                  <c:v>1.7570479084732289</c:v>
                </c:pt>
                <c:pt idx="64">
                  <c:v>1.8051765546858181</c:v>
                </c:pt>
                <c:pt idx="65">
                  <c:v>1.750785171386773</c:v>
                </c:pt>
                <c:pt idx="66">
                  <c:v>1.719969822323675</c:v>
                </c:pt>
                <c:pt idx="67">
                  <c:v>1.713539667272967</c:v>
                </c:pt>
                <c:pt idx="68">
                  <c:v>1.772725833357045</c:v>
                </c:pt>
                <c:pt idx="69">
                  <c:v>1.807458385684483</c:v>
                </c:pt>
                <c:pt idx="70">
                  <c:v>1.820789200751709</c:v>
                </c:pt>
                <c:pt idx="71">
                  <c:v>1.9272171408155421</c:v>
                </c:pt>
                <c:pt idx="72">
                  <c:v>1.940680948739665</c:v>
                </c:pt>
                <c:pt idx="73">
                  <c:v>1.886186975151297</c:v>
                </c:pt>
                <c:pt idx="74">
                  <c:v>1.9207530444261489</c:v>
                </c:pt>
                <c:pt idx="75">
                  <c:v>1.994160027869589</c:v>
                </c:pt>
                <c:pt idx="76">
                  <c:v>2.081211040589412</c:v>
                </c:pt>
                <c:pt idx="77">
                  <c:v>2.207183692951872</c:v>
                </c:pt>
                <c:pt idx="78">
                  <c:v>2.236920183144314</c:v>
                </c:pt>
                <c:pt idx="79">
                  <c:v>2.3509904384636169</c:v>
                </c:pt>
                <c:pt idx="80">
                  <c:v>2.316118836756377</c:v>
                </c:pt>
                <c:pt idx="81">
                  <c:v>2.3390743559922851</c:v>
                </c:pt>
                <c:pt idx="82">
                  <c:v>2.315950349836787</c:v>
                </c:pt>
                <c:pt idx="83">
                  <c:v>2.2486139447097599</c:v>
                </c:pt>
                <c:pt idx="84">
                  <c:v>2.273126795740231</c:v>
                </c:pt>
                <c:pt idx="85">
                  <c:v>2.1582587422242412</c:v>
                </c:pt>
                <c:pt idx="86">
                  <c:v>2.221057395509634</c:v>
                </c:pt>
                <c:pt idx="87">
                  <c:v>2.2003067539971259</c:v>
                </c:pt>
                <c:pt idx="88">
                  <c:v>2.2526614163816032</c:v>
                </c:pt>
                <c:pt idx="89">
                  <c:v>2.2817847494338288</c:v>
                </c:pt>
                <c:pt idx="90">
                  <c:v>2.2230700192088229</c:v>
                </c:pt>
                <c:pt idx="91">
                  <c:v>2.1648379733264811</c:v>
                </c:pt>
                <c:pt idx="92">
                  <c:v>2.0976028091676122</c:v>
                </c:pt>
                <c:pt idx="93">
                  <c:v>2.0678309306023182</c:v>
                </c:pt>
                <c:pt idx="94">
                  <c:v>1.848002270123501</c:v>
                </c:pt>
                <c:pt idx="95">
                  <c:v>1.8502734970062</c:v>
                </c:pt>
                <c:pt idx="96">
                  <c:v>1.9505936672485309</c:v>
                </c:pt>
                <c:pt idx="97">
                  <c:v>1.978384154883134</c:v>
                </c:pt>
                <c:pt idx="98">
                  <c:v>1.954037345984651</c:v>
                </c:pt>
                <c:pt idx="99">
                  <c:v>2.0802955432608421</c:v>
                </c:pt>
                <c:pt idx="100">
                  <c:v>2.2564955266255282</c:v>
                </c:pt>
                <c:pt idx="101">
                  <c:v>2.2933574708181879</c:v>
                </c:pt>
                <c:pt idx="102">
                  <c:v>2.2779592703684952</c:v>
                </c:pt>
                <c:pt idx="103">
                  <c:v>2.3470980718801919</c:v>
                </c:pt>
                <c:pt idx="104">
                  <c:v>2.3838376459011572</c:v>
                </c:pt>
                <c:pt idx="105">
                  <c:v>2.3977672661889131</c:v>
                </c:pt>
                <c:pt idx="106">
                  <c:v>2.367078287205294</c:v>
                </c:pt>
                <c:pt idx="107">
                  <c:v>2.3554164269435329</c:v>
                </c:pt>
                <c:pt idx="108">
                  <c:v>2.4391481794137548</c:v>
                </c:pt>
                <c:pt idx="109">
                  <c:v>2.3902271382248572</c:v>
                </c:pt>
                <c:pt idx="110">
                  <c:v>2.4126243630275228</c:v>
                </c:pt>
                <c:pt idx="111">
                  <c:v>2.4716398977954279</c:v>
                </c:pt>
                <c:pt idx="112">
                  <c:v>2.5202020552696012</c:v>
                </c:pt>
                <c:pt idx="113">
                  <c:v>2.4904253248424459</c:v>
                </c:pt>
                <c:pt idx="114">
                  <c:v>2.529220803223843</c:v>
                </c:pt>
                <c:pt idx="115">
                  <c:v>2.5459298817914688</c:v>
                </c:pt>
                <c:pt idx="116">
                  <c:v>2.535930038844703</c:v>
                </c:pt>
                <c:pt idx="117">
                  <c:v>2.6067067158081292</c:v>
                </c:pt>
                <c:pt idx="118">
                  <c:v>2.666243082723561</c:v>
                </c:pt>
                <c:pt idx="119">
                  <c:v>2.6402799962124992</c:v>
                </c:pt>
                <c:pt idx="120">
                  <c:v>2.7099055086448911</c:v>
                </c:pt>
                <c:pt idx="121">
                  <c:v>2.7127943899252438</c:v>
                </c:pt>
                <c:pt idx="122">
                  <c:v>2.6673983169364401</c:v>
                </c:pt>
                <c:pt idx="123">
                  <c:v>2.734181959883657</c:v>
                </c:pt>
                <c:pt idx="124">
                  <c:v>2.7687716046037592</c:v>
                </c:pt>
                <c:pt idx="125">
                  <c:v>2.750559632714098</c:v>
                </c:pt>
                <c:pt idx="126">
                  <c:v>2.7595997115180269</c:v>
                </c:pt>
                <c:pt idx="127">
                  <c:v>2.8231842820679001</c:v>
                </c:pt>
                <c:pt idx="128">
                  <c:v>2.7555046929755589</c:v>
                </c:pt>
                <c:pt idx="129">
                  <c:v>2.6625213011775521</c:v>
                </c:pt>
                <c:pt idx="130">
                  <c:v>2.727345577486926</c:v>
                </c:pt>
                <c:pt idx="131">
                  <c:v>2.719879859985566</c:v>
                </c:pt>
                <c:pt idx="132">
                  <c:v>2.7563248085888832</c:v>
                </c:pt>
                <c:pt idx="133">
                  <c:v>2.8163480348244851</c:v>
                </c:pt>
                <c:pt idx="134">
                  <c:v>2.9015873216282162</c:v>
                </c:pt>
                <c:pt idx="135">
                  <c:v>2.8767115828196399</c:v>
                </c:pt>
                <c:pt idx="136">
                  <c:v>2.8396680245859351</c:v>
                </c:pt>
                <c:pt idx="137">
                  <c:v>2.7942720392104889</c:v>
                </c:pt>
                <c:pt idx="138">
                  <c:v>2.829699832439164</c:v>
                </c:pt>
                <c:pt idx="139">
                  <c:v>2.8373917585859738</c:v>
                </c:pt>
                <c:pt idx="140">
                  <c:v>2.893587226707889</c:v>
                </c:pt>
                <c:pt idx="141">
                  <c:v>2.9570880885353401</c:v>
                </c:pt>
                <c:pt idx="142">
                  <c:v>2.9595377562959388</c:v>
                </c:pt>
                <c:pt idx="143">
                  <c:v>2.962234985507791</c:v>
                </c:pt>
                <c:pt idx="144">
                  <c:v>2.995926602943372</c:v>
                </c:pt>
                <c:pt idx="145">
                  <c:v>3.0026718240763359</c:v>
                </c:pt>
                <c:pt idx="146">
                  <c:v>3.034272606581474</c:v>
                </c:pt>
                <c:pt idx="147">
                  <c:v>3.0761644278193332</c:v>
                </c:pt>
                <c:pt idx="148">
                  <c:v>3.118423154416083</c:v>
                </c:pt>
                <c:pt idx="149">
                  <c:v>3.1332879807753549</c:v>
                </c:pt>
                <c:pt idx="150">
                  <c:v>3.0659792495153888</c:v>
                </c:pt>
                <c:pt idx="151">
                  <c:v>3.1097252266626469</c:v>
                </c:pt>
                <c:pt idx="152">
                  <c:v>3.0898981977970421</c:v>
                </c:pt>
                <c:pt idx="153">
                  <c:v>3.1246540356232981</c:v>
                </c:pt>
                <c:pt idx="154">
                  <c:v>3.1193186801205082</c:v>
                </c:pt>
                <c:pt idx="155">
                  <c:v>3.1168569902159242</c:v>
                </c:pt>
                <c:pt idx="156">
                  <c:v>3.1241948315650649</c:v>
                </c:pt>
                <c:pt idx="157">
                  <c:v>3.1326139563450699</c:v>
                </c:pt>
                <c:pt idx="158">
                  <c:v>3.1670224956429092</c:v>
                </c:pt>
                <c:pt idx="159">
                  <c:v>3.1998642643037591</c:v>
                </c:pt>
                <c:pt idx="160">
                  <c:v>3.221644838634826</c:v>
                </c:pt>
                <c:pt idx="161">
                  <c:v>3.23257183593164</c:v>
                </c:pt>
                <c:pt idx="162">
                  <c:v>3.241934900546362</c:v>
                </c:pt>
                <c:pt idx="163">
                  <c:v>3.2667250151932739</c:v>
                </c:pt>
                <c:pt idx="164">
                  <c:v>3.2927751807603181</c:v>
                </c:pt>
                <c:pt idx="165">
                  <c:v>3.299954358656596</c:v>
                </c:pt>
                <c:pt idx="166">
                  <c:v>3.265040772099403</c:v>
                </c:pt>
                <c:pt idx="167">
                  <c:v>3.2566884554329052</c:v>
                </c:pt>
                <c:pt idx="168">
                  <c:v>3.2453294790955951</c:v>
                </c:pt>
                <c:pt idx="169">
                  <c:v>3.2674938718826021</c:v>
                </c:pt>
                <c:pt idx="170">
                  <c:v>3.335463108315242</c:v>
                </c:pt>
                <c:pt idx="171">
                  <c:v>3.389307311724655</c:v>
                </c:pt>
                <c:pt idx="172">
                  <c:v>3.4472358426635341</c:v>
                </c:pt>
                <c:pt idx="173">
                  <c:v>3.4673704217184449</c:v>
                </c:pt>
                <c:pt idx="174">
                  <c:v>3.4710539519260908</c:v>
                </c:pt>
                <c:pt idx="175">
                  <c:v>3.4618967810838082</c:v>
                </c:pt>
                <c:pt idx="176">
                  <c:v>3.4126435335151042</c:v>
                </c:pt>
                <c:pt idx="177">
                  <c:v>3.4331781069903911</c:v>
                </c:pt>
                <c:pt idx="178">
                  <c:v>3.449201302064052</c:v>
                </c:pt>
                <c:pt idx="179">
                  <c:v>3.4329244182282568</c:v>
                </c:pt>
                <c:pt idx="180">
                  <c:v>3.451965281224433</c:v>
                </c:pt>
                <c:pt idx="181">
                  <c:v>3.4239535784661239</c:v>
                </c:pt>
                <c:pt idx="182">
                  <c:v>3.4343661183645811</c:v>
                </c:pt>
                <c:pt idx="183">
                  <c:v>3.4984102697277479</c:v>
                </c:pt>
                <c:pt idx="184">
                  <c:v>3.5342952336558482</c:v>
                </c:pt>
                <c:pt idx="185">
                  <c:v>3.5233218134671258</c:v>
                </c:pt>
                <c:pt idx="186">
                  <c:v>3.513218366181639</c:v>
                </c:pt>
                <c:pt idx="187">
                  <c:v>3.5511600324432711</c:v>
                </c:pt>
                <c:pt idx="188">
                  <c:v>3.5448165233209741</c:v>
                </c:pt>
                <c:pt idx="189">
                  <c:v>3.581192713407368</c:v>
                </c:pt>
                <c:pt idx="190">
                  <c:v>3.5408251217903031</c:v>
                </c:pt>
                <c:pt idx="191">
                  <c:v>3.5389060498564922</c:v>
                </c:pt>
                <c:pt idx="192">
                  <c:v>3.59607547382203</c:v>
                </c:pt>
                <c:pt idx="193">
                  <c:v>3.5902267877171812</c:v>
                </c:pt>
                <c:pt idx="194">
                  <c:v>3.6130780275184891</c:v>
                </c:pt>
                <c:pt idx="195">
                  <c:v>3.6307499211358372</c:v>
                </c:pt>
                <c:pt idx="196">
                  <c:v>3.6393603826569429</c:v>
                </c:pt>
                <c:pt idx="197">
                  <c:v>3.6851561548133982</c:v>
                </c:pt>
                <c:pt idx="198">
                  <c:v>3.6864528233528229</c:v>
                </c:pt>
                <c:pt idx="199">
                  <c:v>3.675327682166698</c:v>
                </c:pt>
                <c:pt idx="200">
                  <c:v>3.666969215777061</c:v>
                </c:pt>
                <c:pt idx="201">
                  <c:v>3.6262254682822248</c:v>
                </c:pt>
                <c:pt idx="202">
                  <c:v>3.6444247650503172</c:v>
                </c:pt>
                <c:pt idx="203">
                  <c:v>3.657330883653318</c:v>
                </c:pt>
                <c:pt idx="204">
                  <c:v>3.6662757542435069</c:v>
                </c:pt>
                <c:pt idx="205">
                  <c:v>3.7417984865252629</c:v>
                </c:pt>
                <c:pt idx="206">
                  <c:v>3.7011902319302128</c:v>
                </c:pt>
                <c:pt idx="207">
                  <c:v>3.7037102190573101</c:v>
                </c:pt>
                <c:pt idx="208">
                  <c:v>3.7530393342598831</c:v>
                </c:pt>
                <c:pt idx="209">
                  <c:v>3.7435840980077271</c:v>
                </c:pt>
                <c:pt idx="210">
                  <c:v>3.6887266082397869</c:v>
                </c:pt>
                <c:pt idx="211">
                  <c:v>3.66637732501363</c:v>
                </c:pt>
                <c:pt idx="212">
                  <c:v>3.6862923816873971</c:v>
                </c:pt>
                <c:pt idx="213">
                  <c:v>3.693097169600529</c:v>
                </c:pt>
                <c:pt idx="214">
                  <c:v>3.5169645936161391</c:v>
                </c:pt>
                <c:pt idx="215">
                  <c:v>3.5820717109108768</c:v>
                </c:pt>
                <c:pt idx="216">
                  <c:v>3.6045732821299028</c:v>
                </c:pt>
                <c:pt idx="217">
                  <c:v>3.6883605380450408</c:v>
                </c:pt>
                <c:pt idx="218">
                  <c:v>3.688014533132034</c:v>
                </c:pt>
                <c:pt idx="219">
                  <c:v>3.6867184056687199</c:v>
                </c:pt>
                <c:pt idx="220">
                  <c:v>3.7274204484646698</c:v>
                </c:pt>
                <c:pt idx="221">
                  <c:v>3.6657365034468219</c:v>
                </c:pt>
                <c:pt idx="222">
                  <c:v>3.705282992245476</c:v>
                </c:pt>
                <c:pt idx="223">
                  <c:v>3.6233469851739302</c:v>
                </c:pt>
                <c:pt idx="224">
                  <c:v>3.6004429174735519</c:v>
                </c:pt>
                <c:pt idx="225">
                  <c:v>3.6337112894395909</c:v>
                </c:pt>
                <c:pt idx="226">
                  <c:v>3.619292556661116</c:v>
                </c:pt>
                <c:pt idx="227">
                  <c:v>3.6288790422038248</c:v>
                </c:pt>
                <c:pt idx="228">
                  <c:v>3.6710367297069331</c:v>
                </c:pt>
                <c:pt idx="229">
                  <c:v>3.628573537601349</c:v>
                </c:pt>
                <c:pt idx="230">
                  <c:v>3.554513957540173</c:v>
                </c:pt>
                <c:pt idx="231">
                  <c:v>3.4112390280851739</c:v>
                </c:pt>
                <c:pt idx="232">
                  <c:v>3.5793954214896861</c:v>
                </c:pt>
                <c:pt idx="233">
                  <c:v>3.6419774146195438</c:v>
                </c:pt>
                <c:pt idx="234">
                  <c:v>3.639699064231253</c:v>
                </c:pt>
                <c:pt idx="235">
                  <c:v>3.707895356928387</c:v>
                </c:pt>
                <c:pt idx="236">
                  <c:v>3.7246692101858159</c:v>
                </c:pt>
                <c:pt idx="237">
                  <c:v>3.751328623517094</c:v>
                </c:pt>
                <c:pt idx="238">
                  <c:v>3.748428252780454</c:v>
                </c:pt>
                <c:pt idx="239">
                  <c:v>3.8506983564538149</c:v>
                </c:pt>
                <c:pt idx="240">
                  <c:v>3.9291559559607352</c:v>
                </c:pt>
                <c:pt idx="241">
                  <c:v>3.9559996743207839</c:v>
                </c:pt>
                <c:pt idx="242">
                  <c:v>3.9936580168263238</c:v>
                </c:pt>
                <c:pt idx="243">
                  <c:v>4.0705555009911727</c:v>
                </c:pt>
                <c:pt idx="244">
                  <c:v>4.1378722233762346</c:v>
                </c:pt>
                <c:pt idx="245">
                  <c:v>4.1865572060659151</c:v>
                </c:pt>
                <c:pt idx="246">
                  <c:v>4.2422016196732359</c:v>
                </c:pt>
                <c:pt idx="247">
                  <c:v>4.2267151091640427</c:v>
                </c:pt>
                <c:pt idx="248">
                  <c:v>4.2012505254483257</c:v>
                </c:pt>
                <c:pt idx="249">
                  <c:v>4.1893012187673397</c:v>
                </c:pt>
                <c:pt idx="250">
                  <c:v>4.1762659418328223</c:v>
                </c:pt>
                <c:pt idx="251">
                  <c:v>4.0612130055946514</c:v>
                </c:pt>
                <c:pt idx="252">
                  <c:v>4.172222736891479</c:v>
                </c:pt>
                <c:pt idx="253">
                  <c:v>4.0951679641497281</c:v>
                </c:pt>
                <c:pt idx="254">
                  <c:v>4.1420692366020866</c:v>
                </c:pt>
                <c:pt idx="255">
                  <c:v>4.2072965206545794</c:v>
                </c:pt>
                <c:pt idx="256">
                  <c:v>4.2332703811581602</c:v>
                </c:pt>
                <c:pt idx="257">
                  <c:v>4.2087985923817444</c:v>
                </c:pt>
                <c:pt idx="258">
                  <c:v>4.0650083181875294</c:v>
                </c:pt>
                <c:pt idx="259">
                  <c:v>4.112637309908088</c:v>
                </c:pt>
                <c:pt idx="260">
                  <c:v>4.1291750071294224</c:v>
                </c:pt>
                <c:pt idx="261">
                  <c:v>3.9930282185457751</c:v>
                </c:pt>
                <c:pt idx="262">
                  <c:v>4.0229014740359048</c:v>
                </c:pt>
                <c:pt idx="263">
                  <c:v>4.1049314288852132</c:v>
                </c:pt>
                <c:pt idx="264">
                  <c:v>4.0765063975111513</c:v>
                </c:pt>
                <c:pt idx="265">
                  <c:v>4.1390325464079867</c:v>
                </c:pt>
                <c:pt idx="266">
                  <c:v>4.1364359851182906</c:v>
                </c:pt>
                <c:pt idx="267">
                  <c:v>4.1343825680808477</c:v>
                </c:pt>
                <c:pt idx="268">
                  <c:v>4.1319618063035408</c:v>
                </c:pt>
                <c:pt idx="269">
                  <c:v>4.1573173576277576</c:v>
                </c:pt>
                <c:pt idx="270">
                  <c:v>4.1662894552483234</c:v>
                </c:pt>
                <c:pt idx="271">
                  <c:v>4.1258680136175814</c:v>
                </c:pt>
                <c:pt idx="272">
                  <c:v>4.1427732893268292</c:v>
                </c:pt>
                <c:pt idx="273">
                  <c:v>4.1104288497433954</c:v>
                </c:pt>
                <c:pt idx="274">
                  <c:v>4.0627581684572052</c:v>
                </c:pt>
                <c:pt idx="275">
                  <c:v>4.1259851019250524</c:v>
                </c:pt>
                <c:pt idx="276">
                  <c:v>4.1610348466009004</c:v>
                </c:pt>
                <c:pt idx="277">
                  <c:v>4.146823009594244</c:v>
                </c:pt>
                <c:pt idx="278">
                  <c:v>4.171512522019782</c:v>
                </c:pt>
                <c:pt idx="279">
                  <c:v>4.1767099389348052</c:v>
                </c:pt>
                <c:pt idx="280">
                  <c:v>4.1808815236597763</c:v>
                </c:pt>
                <c:pt idx="281">
                  <c:v>4.1735512162076933</c:v>
                </c:pt>
                <c:pt idx="282">
                  <c:v>4.1807402326187679</c:v>
                </c:pt>
                <c:pt idx="283">
                  <c:v>4.1707222964436914</c:v>
                </c:pt>
                <c:pt idx="284">
                  <c:v>4.1407732537969011</c:v>
                </c:pt>
                <c:pt idx="285">
                  <c:v>4.1294323269461177</c:v>
                </c:pt>
                <c:pt idx="286">
                  <c:v>4.1147090824823511</c:v>
                </c:pt>
                <c:pt idx="287">
                  <c:v>4.0916734034381639</c:v>
                </c:pt>
                <c:pt idx="288">
                  <c:v>4.0924221239765206</c:v>
                </c:pt>
                <c:pt idx="289">
                  <c:v>4.1074322748425036</c:v>
                </c:pt>
                <c:pt idx="290">
                  <c:v>4.1289863920701118</c:v>
                </c:pt>
                <c:pt idx="291">
                  <c:v>4.1095027196190657</c:v>
                </c:pt>
                <c:pt idx="292">
                  <c:v>4.1814095623441903</c:v>
                </c:pt>
                <c:pt idx="293">
                  <c:v>4.2304334820568181</c:v>
                </c:pt>
                <c:pt idx="294">
                  <c:v>4.2785638741504943</c:v>
                </c:pt>
                <c:pt idx="295">
                  <c:v>4.2967091901797474</c:v>
                </c:pt>
                <c:pt idx="296">
                  <c:v>4.2743875696456879</c:v>
                </c:pt>
                <c:pt idx="297">
                  <c:v>4.2785674307354338</c:v>
                </c:pt>
                <c:pt idx="298">
                  <c:v>4.2665490024591861</c:v>
                </c:pt>
                <c:pt idx="299">
                  <c:v>4.2779732786725129</c:v>
                </c:pt>
                <c:pt idx="300">
                  <c:v>4.3047954402855089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FF-4CA4-9F6F-CE51E4D2FC6D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Q(2/5)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Sheet2!$G$2:$G$302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Sheet2!$C$2:$C$302</c:f>
              <c:numCache>
                <c:formatCode>General</c:formatCode>
                <c:ptCount val="301"/>
                <c:pt idx="0">
                  <c:v>0</c:v>
                </c:pt>
                <c:pt idx="1">
                  <c:v>0.20458860565290549</c:v>
                </c:pt>
                <c:pt idx="2">
                  <c:v>0.22768418351447581</c:v>
                </c:pt>
                <c:pt idx="3">
                  <c:v>0.1154701440120624</c:v>
                </c:pt>
                <c:pt idx="4">
                  <c:v>0.14310094932391509</c:v>
                </c:pt>
                <c:pt idx="5">
                  <c:v>0.28784881640895982</c:v>
                </c:pt>
                <c:pt idx="6">
                  <c:v>0.32302741221318348</c:v>
                </c:pt>
                <c:pt idx="7">
                  <c:v>0.2111683064400415</c:v>
                </c:pt>
                <c:pt idx="8">
                  <c:v>0.18799855772008481</c:v>
                </c:pt>
                <c:pt idx="9">
                  <c:v>7.1397059832005769E-2</c:v>
                </c:pt>
                <c:pt idx="10">
                  <c:v>0.19556251596389251</c:v>
                </c:pt>
                <c:pt idx="11">
                  <c:v>0.32650826417698731</c:v>
                </c:pt>
                <c:pt idx="12">
                  <c:v>0.37133494269765921</c:v>
                </c:pt>
                <c:pt idx="13">
                  <c:v>0.5044391714108567</c:v>
                </c:pt>
                <c:pt idx="14">
                  <c:v>0.59154735601336161</c:v>
                </c:pt>
                <c:pt idx="15">
                  <c:v>0.6936472510469287</c:v>
                </c:pt>
                <c:pt idx="16">
                  <c:v>0.54387682487459088</c:v>
                </c:pt>
                <c:pt idx="17">
                  <c:v>0.48943151997976903</c:v>
                </c:pt>
                <c:pt idx="18">
                  <c:v>0.41367546925009302</c:v>
                </c:pt>
                <c:pt idx="19">
                  <c:v>0.41172924926768362</c:v>
                </c:pt>
                <c:pt idx="20">
                  <c:v>0.44962450458609948</c:v>
                </c:pt>
                <c:pt idx="21">
                  <c:v>0.31814158735245052</c:v>
                </c:pt>
                <c:pt idx="22">
                  <c:v>0.34470977786056972</c:v>
                </c:pt>
                <c:pt idx="23">
                  <c:v>0.39252759648174579</c:v>
                </c:pt>
                <c:pt idx="24">
                  <c:v>0.27586339990809561</c:v>
                </c:pt>
                <c:pt idx="25">
                  <c:v>0.22238819602221449</c:v>
                </c:pt>
                <c:pt idx="26">
                  <c:v>0.22044027846457431</c:v>
                </c:pt>
                <c:pt idx="27">
                  <c:v>0.14064974584069129</c:v>
                </c:pt>
                <c:pt idx="28">
                  <c:v>0.2605495118554802</c:v>
                </c:pt>
                <c:pt idx="29">
                  <c:v>0.34115514572053279</c:v>
                </c:pt>
                <c:pt idx="30">
                  <c:v>0.38465937696539709</c:v>
                </c:pt>
                <c:pt idx="31">
                  <c:v>0.39295437578962311</c:v>
                </c:pt>
                <c:pt idx="32">
                  <c:v>0.43911619391230478</c:v>
                </c:pt>
                <c:pt idx="33">
                  <c:v>0.37276185100556519</c:v>
                </c:pt>
                <c:pt idx="34">
                  <c:v>0.40016833708740829</c:v>
                </c:pt>
                <c:pt idx="35">
                  <c:v>0.44298781131652482</c:v>
                </c:pt>
                <c:pt idx="36">
                  <c:v>0.52064735673756402</c:v>
                </c:pt>
                <c:pt idx="37">
                  <c:v>0.49467468745015458</c:v>
                </c:pt>
                <c:pt idx="38">
                  <c:v>0.50608445082145714</c:v>
                </c:pt>
                <c:pt idx="39">
                  <c:v>0.50757020512528495</c:v>
                </c:pt>
                <c:pt idx="40">
                  <c:v>0.54043189069926811</c:v>
                </c:pt>
                <c:pt idx="41">
                  <c:v>0.44871276238875402</c:v>
                </c:pt>
                <c:pt idx="42">
                  <c:v>0.44769907698590639</c:v>
                </c:pt>
                <c:pt idx="43">
                  <c:v>0.42712457013562982</c:v>
                </c:pt>
                <c:pt idx="44">
                  <c:v>0.51088647725670244</c:v>
                </c:pt>
                <c:pt idx="45">
                  <c:v>0.56223618170697054</c:v>
                </c:pt>
                <c:pt idx="46">
                  <c:v>0.59389161877131369</c:v>
                </c:pt>
                <c:pt idx="47">
                  <c:v>0.67981786516446308</c:v>
                </c:pt>
                <c:pt idx="48">
                  <c:v>0.7105815639454599</c:v>
                </c:pt>
                <c:pt idx="49">
                  <c:v>0.83900786357809554</c:v>
                </c:pt>
                <c:pt idx="50">
                  <c:v>0.9943273695871796</c:v>
                </c:pt>
                <c:pt idx="51">
                  <c:v>0.94034230783850214</c:v>
                </c:pt>
                <c:pt idx="52">
                  <c:v>0.91567821477271527</c:v>
                </c:pt>
                <c:pt idx="53">
                  <c:v>0.97914185236092477</c:v>
                </c:pt>
                <c:pt idx="54">
                  <c:v>1.049570766272665</c:v>
                </c:pt>
                <c:pt idx="55">
                  <c:v>1.1490441450376809</c:v>
                </c:pt>
                <c:pt idx="56">
                  <c:v>1.1249642939666</c:v>
                </c:pt>
                <c:pt idx="57">
                  <c:v>1.2747592778807331</c:v>
                </c:pt>
                <c:pt idx="58">
                  <c:v>1.320671905020127</c:v>
                </c:pt>
                <c:pt idx="59">
                  <c:v>1.455812152053972</c:v>
                </c:pt>
                <c:pt idx="60">
                  <c:v>1.469768803108312</c:v>
                </c:pt>
                <c:pt idx="61">
                  <c:v>1.439687746520105</c:v>
                </c:pt>
                <c:pt idx="62">
                  <c:v>1.4213431693343621</c:v>
                </c:pt>
                <c:pt idx="63">
                  <c:v>1.4288278028093491</c:v>
                </c:pt>
                <c:pt idx="64">
                  <c:v>1.4751266596958921</c:v>
                </c:pt>
                <c:pt idx="65">
                  <c:v>1.3784640465088449</c:v>
                </c:pt>
                <c:pt idx="66">
                  <c:v>1.327997051302332</c:v>
                </c:pt>
                <c:pt idx="67">
                  <c:v>1.2996684340502269</c:v>
                </c:pt>
                <c:pt idx="68">
                  <c:v>1.3593235224937219</c:v>
                </c:pt>
                <c:pt idx="69">
                  <c:v>1.3992693896269379</c:v>
                </c:pt>
                <c:pt idx="70">
                  <c:v>1.404572835531408</c:v>
                </c:pt>
                <c:pt idx="71">
                  <c:v>1.4663148460653559</c:v>
                </c:pt>
                <c:pt idx="72">
                  <c:v>1.475444412950913</c:v>
                </c:pt>
                <c:pt idx="73">
                  <c:v>1.431431758699383</c:v>
                </c:pt>
                <c:pt idx="74">
                  <c:v>1.474131852243314</c:v>
                </c:pt>
                <c:pt idx="75">
                  <c:v>1.574844655010446</c:v>
                </c:pt>
                <c:pt idx="76">
                  <c:v>1.6523167183083409</c:v>
                </c:pt>
                <c:pt idx="77">
                  <c:v>1.7835914032830911</c:v>
                </c:pt>
                <c:pt idx="78">
                  <c:v>1.8099595278857741</c:v>
                </c:pt>
                <c:pt idx="79">
                  <c:v>1.926004025439686</c:v>
                </c:pt>
                <c:pt idx="80">
                  <c:v>1.881809401315294</c:v>
                </c:pt>
                <c:pt idx="81">
                  <c:v>1.8954195966752381</c:v>
                </c:pt>
                <c:pt idx="82">
                  <c:v>1.8673486283985981</c:v>
                </c:pt>
                <c:pt idx="83">
                  <c:v>1.7786590713586421</c:v>
                </c:pt>
                <c:pt idx="84">
                  <c:v>1.7728820798931471</c:v>
                </c:pt>
                <c:pt idx="85">
                  <c:v>1.6733593392370729</c:v>
                </c:pt>
                <c:pt idx="86">
                  <c:v>1.7518707732632579</c:v>
                </c:pt>
                <c:pt idx="87">
                  <c:v>1.724748384893344</c:v>
                </c:pt>
                <c:pt idx="88">
                  <c:v>1.7424816652264361</c:v>
                </c:pt>
                <c:pt idx="89">
                  <c:v>1.7813556502378021</c:v>
                </c:pt>
                <c:pt idx="90">
                  <c:v>1.7202512371536891</c:v>
                </c:pt>
                <c:pt idx="91">
                  <c:v>1.6520102809293229</c:v>
                </c:pt>
                <c:pt idx="92">
                  <c:v>1.542740116019927</c:v>
                </c:pt>
                <c:pt idx="93">
                  <c:v>1.497464399444939</c:v>
                </c:pt>
                <c:pt idx="94">
                  <c:v>1.2108385514979561</c:v>
                </c:pt>
                <c:pt idx="95">
                  <c:v>1.2031792975781259</c:v>
                </c:pt>
                <c:pt idx="96">
                  <c:v>1.3167175499256329</c:v>
                </c:pt>
                <c:pt idx="97">
                  <c:v>1.4101136960993821</c:v>
                </c:pt>
                <c:pt idx="98">
                  <c:v>1.3911549845868909</c:v>
                </c:pt>
                <c:pt idx="99">
                  <c:v>1.547938229908566</c:v>
                </c:pt>
                <c:pt idx="100">
                  <c:v>1.751874286953176</c:v>
                </c:pt>
                <c:pt idx="101">
                  <c:v>1.7712126636895149</c:v>
                </c:pt>
                <c:pt idx="102">
                  <c:v>1.7451615106966289</c:v>
                </c:pt>
                <c:pt idx="103">
                  <c:v>1.815121742203089</c:v>
                </c:pt>
                <c:pt idx="104">
                  <c:v>1.847587615490456</c:v>
                </c:pt>
                <c:pt idx="105">
                  <c:v>1.858159165977733</c:v>
                </c:pt>
                <c:pt idx="106">
                  <c:v>1.8301472579708999</c:v>
                </c:pt>
                <c:pt idx="107">
                  <c:v>1.809941538568399</c:v>
                </c:pt>
                <c:pt idx="108">
                  <c:v>1.915773772412213</c:v>
                </c:pt>
                <c:pt idx="109">
                  <c:v>1.8741764623804109</c:v>
                </c:pt>
                <c:pt idx="110">
                  <c:v>1.8969346975313419</c:v>
                </c:pt>
                <c:pt idx="111">
                  <c:v>1.942177919730834</c:v>
                </c:pt>
                <c:pt idx="112">
                  <c:v>1.9870462562884881</c:v>
                </c:pt>
                <c:pt idx="113">
                  <c:v>1.921769656503189</c:v>
                </c:pt>
                <c:pt idx="114">
                  <c:v>1.943425829405836</c:v>
                </c:pt>
                <c:pt idx="115">
                  <c:v>1.953956947404617</c:v>
                </c:pt>
                <c:pt idx="116">
                  <c:v>1.9544790329983459</c:v>
                </c:pt>
                <c:pt idx="117">
                  <c:v>2.0271083075605221</c:v>
                </c:pt>
                <c:pt idx="118">
                  <c:v>2.0944119476942111</c:v>
                </c:pt>
                <c:pt idx="119">
                  <c:v>2.0333904750676179</c:v>
                </c:pt>
                <c:pt idx="120">
                  <c:v>2.0803441449246538</c:v>
                </c:pt>
                <c:pt idx="121">
                  <c:v>2.092955199448181</c:v>
                </c:pt>
                <c:pt idx="122">
                  <c:v>2.0453789712569721</c:v>
                </c:pt>
                <c:pt idx="123">
                  <c:v>2.1009504826261778</c:v>
                </c:pt>
                <c:pt idx="124">
                  <c:v>2.1264474787560039</c:v>
                </c:pt>
                <c:pt idx="125">
                  <c:v>2.0958815130704611</c:v>
                </c:pt>
                <c:pt idx="126">
                  <c:v>2.0998350830219392</c:v>
                </c:pt>
                <c:pt idx="127">
                  <c:v>2.1936947303351779</c:v>
                </c:pt>
                <c:pt idx="128">
                  <c:v>2.087710830487997</c:v>
                </c:pt>
                <c:pt idx="129">
                  <c:v>1.958435862827905</c:v>
                </c:pt>
                <c:pt idx="130">
                  <c:v>2.0499106509923548</c:v>
                </c:pt>
                <c:pt idx="131">
                  <c:v>2.0373703274681589</c:v>
                </c:pt>
                <c:pt idx="132">
                  <c:v>2.0874767545196509</c:v>
                </c:pt>
                <c:pt idx="133">
                  <c:v>2.1672216535711302</c:v>
                </c:pt>
                <c:pt idx="134">
                  <c:v>2.2667712448669022</c:v>
                </c:pt>
                <c:pt idx="135">
                  <c:v>2.224717787982494</c:v>
                </c:pt>
                <c:pt idx="136">
                  <c:v>2.212550918108843</c:v>
                </c:pt>
                <c:pt idx="137">
                  <c:v>2.1704080648843451</c:v>
                </c:pt>
                <c:pt idx="138">
                  <c:v>2.1974979195078501</c:v>
                </c:pt>
                <c:pt idx="139">
                  <c:v>2.1849838578379202</c:v>
                </c:pt>
                <c:pt idx="140">
                  <c:v>2.2405683216679342</c:v>
                </c:pt>
                <c:pt idx="141">
                  <c:v>2.3082773831909389</c:v>
                </c:pt>
                <c:pt idx="142">
                  <c:v>2.2941553313017682</c:v>
                </c:pt>
                <c:pt idx="143">
                  <c:v>2.2768450314963951</c:v>
                </c:pt>
                <c:pt idx="144">
                  <c:v>2.3099517785364792</c:v>
                </c:pt>
                <c:pt idx="145">
                  <c:v>2.3486878106972102</c:v>
                </c:pt>
                <c:pt idx="146">
                  <c:v>2.3951191896706292</c:v>
                </c:pt>
                <c:pt idx="147">
                  <c:v>2.4473872197143201</c:v>
                </c:pt>
                <c:pt idx="148">
                  <c:v>2.490178426829913</c:v>
                </c:pt>
                <c:pt idx="149">
                  <c:v>2.5236184592801569</c:v>
                </c:pt>
                <c:pt idx="150">
                  <c:v>2.424522215207944</c:v>
                </c:pt>
                <c:pt idx="151">
                  <c:v>2.4852165019910721</c:v>
                </c:pt>
                <c:pt idx="152">
                  <c:v>2.4594777573467548</c:v>
                </c:pt>
                <c:pt idx="153">
                  <c:v>2.494353283670586</c:v>
                </c:pt>
                <c:pt idx="154">
                  <c:v>2.492272050730632</c:v>
                </c:pt>
                <c:pt idx="155">
                  <c:v>2.4743022961337431</c:v>
                </c:pt>
                <c:pt idx="156">
                  <c:v>2.4659038525288399</c:v>
                </c:pt>
                <c:pt idx="157">
                  <c:v>2.4801249174469091</c:v>
                </c:pt>
                <c:pt idx="158">
                  <c:v>2.5262034848315809</c:v>
                </c:pt>
                <c:pt idx="159">
                  <c:v>2.5606294039826478</c:v>
                </c:pt>
                <c:pt idx="160">
                  <c:v>2.5882682800069441</c:v>
                </c:pt>
                <c:pt idx="161">
                  <c:v>2.5843207048672152</c:v>
                </c:pt>
                <c:pt idx="162">
                  <c:v>2.5761806582364328</c:v>
                </c:pt>
                <c:pt idx="163">
                  <c:v>2.6066226402662691</c:v>
                </c:pt>
                <c:pt idx="164">
                  <c:v>2.6359807912289122</c:v>
                </c:pt>
                <c:pt idx="165">
                  <c:v>2.6404635931345148</c:v>
                </c:pt>
                <c:pt idx="166">
                  <c:v>2.609332439282082</c:v>
                </c:pt>
                <c:pt idx="167">
                  <c:v>2.5945048870765608</c:v>
                </c:pt>
                <c:pt idx="168">
                  <c:v>2.594038047537941</c:v>
                </c:pt>
                <c:pt idx="169">
                  <c:v>2.6498417262227489</c:v>
                </c:pt>
                <c:pt idx="170">
                  <c:v>2.7125294428325888</c:v>
                </c:pt>
                <c:pt idx="171">
                  <c:v>2.7738276208134311</c:v>
                </c:pt>
                <c:pt idx="172">
                  <c:v>2.8409348585604022</c:v>
                </c:pt>
                <c:pt idx="173">
                  <c:v>2.8595484382789378</c:v>
                </c:pt>
                <c:pt idx="174">
                  <c:v>2.872173999290411</c:v>
                </c:pt>
                <c:pt idx="175">
                  <c:v>2.8792590259541271</c:v>
                </c:pt>
                <c:pt idx="176">
                  <c:v>2.8167002366365379</c:v>
                </c:pt>
                <c:pt idx="177">
                  <c:v>2.8364375951531562</c:v>
                </c:pt>
                <c:pt idx="178">
                  <c:v>2.8589635413756969</c:v>
                </c:pt>
                <c:pt idx="179">
                  <c:v>2.8414374896197279</c:v>
                </c:pt>
                <c:pt idx="180">
                  <c:v>2.8699990557130901</c:v>
                </c:pt>
                <c:pt idx="181">
                  <c:v>2.8314028508532041</c:v>
                </c:pt>
                <c:pt idx="182">
                  <c:v>2.842458735778659</c:v>
                </c:pt>
                <c:pt idx="183">
                  <c:v>2.8987792249981932</c:v>
                </c:pt>
                <c:pt idx="184">
                  <c:v>2.9449247611481422</c:v>
                </c:pt>
                <c:pt idx="185">
                  <c:v>2.9423516006977022</c:v>
                </c:pt>
                <c:pt idx="186">
                  <c:v>2.934263115764066</c:v>
                </c:pt>
                <c:pt idx="187">
                  <c:v>3.0018898377286591</c:v>
                </c:pt>
                <c:pt idx="188">
                  <c:v>2.9609915163138161</c:v>
                </c:pt>
                <c:pt idx="189">
                  <c:v>3.0019383674929769</c:v>
                </c:pt>
                <c:pt idx="190">
                  <c:v>2.9301528816691311</c:v>
                </c:pt>
                <c:pt idx="191">
                  <c:v>2.9113970284601298</c:v>
                </c:pt>
                <c:pt idx="192">
                  <c:v>2.9750761804618269</c:v>
                </c:pt>
                <c:pt idx="193">
                  <c:v>2.9663277309597529</c:v>
                </c:pt>
                <c:pt idx="194">
                  <c:v>2.970869960115381</c:v>
                </c:pt>
                <c:pt idx="195">
                  <c:v>2.9884290389633619</c:v>
                </c:pt>
                <c:pt idx="196">
                  <c:v>2.999802095568266</c:v>
                </c:pt>
                <c:pt idx="197">
                  <c:v>3.0399985020940958</c:v>
                </c:pt>
                <c:pt idx="198">
                  <c:v>3.0395456838773831</c:v>
                </c:pt>
                <c:pt idx="199">
                  <c:v>3.0071891919323961</c:v>
                </c:pt>
                <c:pt idx="200">
                  <c:v>3.0033856523816862</c:v>
                </c:pt>
                <c:pt idx="201">
                  <c:v>2.946748978634242</c:v>
                </c:pt>
                <c:pt idx="202">
                  <c:v>2.971033544124412</c:v>
                </c:pt>
                <c:pt idx="203">
                  <c:v>3.0134187215295851</c:v>
                </c:pt>
                <c:pt idx="204">
                  <c:v>3.024495322689098</c:v>
                </c:pt>
                <c:pt idx="205">
                  <c:v>3.112535296196532</c:v>
                </c:pt>
                <c:pt idx="206">
                  <c:v>3.0675736578104131</c:v>
                </c:pt>
                <c:pt idx="207">
                  <c:v>3.0743520477293389</c:v>
                </c:pt>
                <c:pt idx="208">
                  <c:v>3.1216714887491799</c:v>
                </c:pt>
                <c:pt idx="209">
                  <c:v>3.1382806146305429</c:v>
                </c:pt>
                <c:pt idx="210">
                  <c:v>3.05869170875176</c:v>
                </c:pt>
                <c:pt idx="211">
                  <c:v>3.027288724169316</c:v>
                </c:pt>
                <c:pt idx="212">
                  <c:v>3.0554370174278498</c:v>
                </c:pt>
                <c:pt idx="213">
                  <c:v>3.0549715591112441</c:v>
                </c:pt>
                <c:pt idx="214">
                  <c:v>2.84834936460387</c:v>
                </c:pt>
                <c:pt idx="215">
                  <c:v>2.929588053260372</c:v>
                </c:pt>
                <c:pt idx="216">
                  <c:v>2.9334812857946848</c:v>
                </c:pt>
                <c:pt idx="217">
                  <c:v>3.0204991967533759</c:v>
                </c:pt>
                <c:pt idx="218">
                  <c:v>3.0353069331947502</c:v>
                </c:pt>
                <c:pt idx="219">
                  <c:v>3.0320568226751301</c:v>
                </c:pt>
                <c:pt idx="220">
                  <c:v>3.0794166261987548</c:v>
                </c:pt>
                <c:pt idx="221">
                  <c:v>3.0188755174821469</c:v>
                </c:pt>
                <c:pt idx="222">
                  <c:v>3.048089080636359</c:v>
                </c:pt>
                <c:pt idx="223">
                  <c:v>2.9609107477238021</c:v>
                </c:pt>
                <c:pt idx="224">
                  <c:v>2.941570286201979</c:v>
                </c:pt>
                <c:pt idx="225">
                  <c:v>2.975809271274191</c:v>
                </c:pt>
                <c:pt idx="226">
                  <c:v>2.9767573927819231</c:v>
                </c:pt>
                <c:pt idx="227">
                  <c:v>2.9649331997436081</c:v>
                </c:pt>
                <c:pt idx="228">
                  <c:v>3.014297824955479</c:v>
                </c:pt>
                <c:pt idx="229">
                  <c:v>2.977150866477817</c:v>
                </c:pt>
                <c:pt idx="230">
                  <c:v>2.898905115066682</c:v>
                </c:pt>
                <c:pt idx="231">
                  <c:v>2.7317955108035932</c:v>
                </c:pt>
                <c:pt idx="232">
                  <c:v>2.925417473443177</c:v>
                </c:pt>
                <c:pt idx="233">
                  <c:v>2.9900514246914081</c:v>
                </c:pt>
                <c:pt idx="234">
                  <c:v>2.9800219105273049</c:v>
                </c:pt>
                <c:pt idx="235">
                  <c:v>3.072842888919125</c:v>
                </c:pt>
                <c:pt idx="236">
                  <c:v>3.0949076435348508</c:v>
                </c:pt>
                <c:pt idx="237">
                  <c:v>3.1214962358705858</c:v>
                </c:pt>
                <c:pt idx="238">
                  <c:v>3.1090743033038279</c:v>
                </c:pt>
                <c:pt idx="239">
                  <c:v>3.2205411553651651</c:v>
                </c:pt>
                <c:pt idx="240">
                  <c:v>3.2882489251993721</c:v>
                </c:pt>
                <c:pt idx="241">
                  <c:v>3.3321553063206522</c:v>
                </c:pt>
                <c:pt idx="242">
                  <c:v>3.365836130483173</c:v>
                </c:pt>
                <c:pt idx="243">
                  <c:v>3.4332145409982329</c:v>
                </c:pt>
                <c:pt idx="244">
                  <c:v>3.504171938591083</c:v>
                </c:pt>
                <c:pt idx="245">
                  <c:v>3.5571508949768438</c:v>
                </c:pt>
                <c:pt idx="246">
                  <c:v>3.6147805717548289</c:v>
                </c:pt>
                <c:pt idx="247">
                  <c:v>3.588530684420129</c:v>
                </c:pt>
                <c:pt idx="248">
                  <c:v>3.5583265845714149</c:v>
                </c:pt>
                <c:pt idx="249">
                  <c:v>3.5446355540069052</c:v>
                </c:pt>
                <c:pt idx="250">
                  <c:v>3.5375752597467631</c:v>
                </c:pt>
                <c:pt idx="251">
                  <c:v>3.4241135092261219</c:v>
                </c:pt>
                <c:pt idx="252">
                  <c:v>3.539645005662396</c:v>
                </c:pt>
                <c:pt idx="253">
                  <c:v>3.448957323934799</c:v>
                </c:pt>
                <c:pt idx="254">
                  <c:v>3.4889219503449032</c:v>
                </c:pt>
                <c:pt idx="255">
                  <c:v>3.558696118188537</c:v>
                </c:pt>
                <c:pt idx="256">
                  <c:v>3.5654621653508709</c:v>
                </c:pt>
                <c:pt idx="257">
                  <c:v>3.5396011079883238</c:v>
                </c:pt>
                <c:pt idx="258">
                  <c:v>3.3568146291093979</c:v>
                </c:pt>
                <c:pt idx="259">
                  <c:v>3.4122830459832469</c:v>
                </c:pt>
                <c:pt idx="260">
                  <c:v>3.4247349032926229</c:v>
                </c:pt>
                <c:pt idx="261">
                  <c:v>3.2710503984271591</c:v>
                </c:pt>
                <c:pt idx="262">
                  <c:v>3.2912181540922099</c:v>
                </c:pt>
                <c:pt idx="263">
                  <c:v>3.3742141288584322</c:v>
                </c:pt>
                <c:pt idx="264">
                  <c:v>3.318278715640619</c:v>
                </c:pt>
                <c:pt idx="265">
                  <c:v>3.4133523988737688</c:v>
                </c:pt>
                <c:pt idx="266">
                  <c:v>3.4236926274336992</c:v>
                </c:pt>
                <c:pt idx="267">
                  <c:v>3.4403202925224261</c:v>
                </c:pt>
                <c:pt idx="268">
                  <c:v>3.4282714059163371</c:v>
                </c:pt>
                <c:pt idx="269">
                  <c:v>3.4674850622482229</c:v>
                </c:pt>
                <c:pt idx="270">
                  <c:v>3.483791463040748</c:v>
                </c:pt>
                <c:pt idx="271">
                  <c:v>3.4465662960112802</c:v>
                </c:pt>
                <c:pt idx="272">
                  <c:v>3.4737007888395941</c:v>
                </c:pt>
                <c:pt idx="273">
                  <c:v>3.4145794823224458</c:v>
                </c:pt>
                <c:pt idx="274">
                  <c:v>3.3467578916442862</c:v>
                </c:pt>
                <c:pt idx="275">
                  <c:v>3.4342202491641469</c:v>
                </c:pt>
                <c:pt idx="276">
                  <c:v>3.4743746021321829</c:v>
                </c:pt>
                <c:pt idx="277">
                  <c:v>3.45491564408159</c:v>
                </c:pt>
                <c:pt idx="278">
                  <c:v>3.4764353437197788</c:v>
                </c:pt>
                <c:pt idx="279">
                  <c:v>3.4822202826832709</c:v>
                </c:pt>
                <c:pt idx="280">
                  <c:v>3.492960618714759</c:v>
                </c:pt>
                <c:pt idx="281">
                  <c:v>3.4893568715026331</c:v>
                </c:pt>
                <c:pt idx="282">
                  <c:v>3.4796593798620128</c:v>
                </c:pt>
                <c:pt idx="283">
                  <c:v>3.4440951847545209</c:v>
                </c:pt>
                <c:pt idx="284">
                  <c:v>3.398730660130973</c:v>
                </c:pt>
                <c:pt idx="285">
                  <c:v>3.381672398792146</c:v>
                </c:pt>
                <c:pt idx="286">
                  <c:v>3.362208845163309</c:v>
                </c:pt>
                <c:pt idx="287">
                  <c:v>3.3040939980472279</c:v>
                </c:pt>
                <c:pt idx="288">
                  <c:v>3.3153168701041018</c:v>
                </c:pt>
                <c:pt idx="289">
                  <c:v>3.348745667333707</c:v>
                </c:pt>
                <c:pt idx="290">
                  <c:v>3.35629587974136</c:v>
                </c:pt>
                <c:pt idx="291">
                  <c:v>3.310156177249131</c:v>
                </c:pt>
                <c:pt idx="292">
                  <c:v>3.3806394493054648</c:v>
                </c:pt>
                <c:pt idx="293">
                  <c:v>3.4147821562486111</c:v>
                </c:pt>
                <c:pt idx="294">
                  <c:v>3.474462658419188</c:v>
                </c:pt>
                <c:pt idx="295">
                  <c:v>3.4846624331095519</c:v>
                </c:pt>
                <c:pt idx="296">
                  <c:v>3.4747796324202458</c:v>
                </c:pt>
                <c:pt idx="297">
                  <c:v>3.4960252710032211</c:v>
                </c:pt>
                <c:pt idx="298">
                  <c:v>3.5013191778296608</c:v>
                </c:pt>
                <c:pt idx="299">
                  <c:v>3.4947612755518569</c:v>
                </c:pt>
                <c:pt idx="300">
                  <c:v>3.5192256793783181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FF-4CA4-9F6F-CE51E4D2FC6D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Q(3/5)</c:v>
                </c:pt>
              </c:strCache>
            </c:strRef>
          </c:tx>
          <c:spPr>
            <a:ln w="254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Sheet2!$G$2:$G$302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Sheet2!$D$2:$D$302</c:f>
              <c:numCache>
                <c:formatCode>General</c:formatCode>
                <c:ptCount val="301"/>
                <c:pt idx="0">
                  <c:v>0</c:v>
                </c:pt>
                <c:pt idx="1">
                  <c:v>0.2416850029536981</c:v>
                </c:pt>
                <c:pt idx="2">
                  <c:v>0.31607423938460533</c:v>
                </c:pt>
                <c:pt idx="3">
                  <c:v>0.2243770757743557</c:v>
                </c:pt>
                <c:pt idx="4">
                  <c:v>0.24657203112268419</c:v>
                </c:pt>
                <c:pt idx="5">
                  <c:v>0.3682549827389815</c:v>
                </c:pt>
                <c:pt idx="6">
                  <c:v>0.39379160937853452</c:v>
                </c:pt>
                <c:pt idx="7">
                  <c:v>0.2504980714036335</c:v>
                </c:pt>
                <c:pt idx="8">
                  <c:v>0.24071749542677329</c:v>
                </c:pt>
                <c:pt idx="9">
                  <c:v>0.10803628011672591</c:v>
                </c:pt>
                <c:pt idx="10">
                  <c:v>0.23752177600938151</c:v>
                </c:pt>
                <c:pt idx="11">
                  <c:v>0.34987889957420581</c:v>
                </c:pt>
                <c:pt idx="12">
                  <c:v>0.35569365393230268</c:v>
                </c:pt>
                <c:pt idx="13">
                  <c:v>0.4880969970250878</c:v>
                </c:pt>
                <c:pt idx="14">
                  <c:v>0.51209923714519989</c:v>
                </c:pt>
                <c:pt idx="15">
                  <c:v>0.58170416186581198</c:v>
                </c:pt>
                <c:pt idx="16">
                  <c:v>0.41028440264267008</c:v>
                </c:pt>
                <c:pt idx="17">
                  <c:v>0.39503318151465489</c:v>
                </c:pt>
                <c:pt idx="18">
                  <c:v>0.26859163652037282</c:v>
                </c:pt>
                <c:pt idx="19">
                  <c:v>0.27402183954346648</c:v>
                </c:pt>
                <c:pt idx="20">
                  <c:v>0.29881136781986828</c:v>
                </c:pt>
                <c:pt idx="21">
                  <c:v>0.14029750877992031</c:v>
                </c:pt>
                <c:pt idx="22">
                  <c:v>0.17550170860153669</c:v>
                </c:pt>
                <c:pt idx="23">
                  <c:v>0.20782216107325149</c:v>
                </c:pt>
                <c:pt idx="24">
                  <c:v>4.5566268955845653E-2</c:v>
                </c:pt>
                <c:pt idx="25">
                  <c:v>1.120840544480921E-2</c:v>
                </c:pt>
                <c:pt idx="26">
                  <c:v>4.4978736115543802E-2</c:v>
                </c:pt>
                <c:pt idx="27">
                  <c:v>-8.2587274125721505E-2</c:v>
                </c:pt>
                <c:pt idx="28">
                  <c:v>2.6464901546500951E-2</c:v>
                </c:pt>
                <c:pt idx="29">
                  <c:v>9.5693958820655525E-2</c:v>
                </c:pt>
                <c:pt idx="30">
                  <c:v>0.13401176157620931</c:v>
                </c:pt>
                <c:pt idx="31">
                  <c:v>0.1351767895143916</c:v>
                </c:pt>
                <c:pt idx="32">
                  <c:v>0.1634406616840216</c:v>
                </c:pt>
                <c:pt idx="33">
                  <c:v>6.3847568255973097E-2</c:v>
                </c:pt>
                <c:pt idx="34">
                  <c:v>4.7582897384122233E-2</c:v>
                </c:pt>
                <c:pt idx="35">
                  <c:v>4.5071252073979433E-2</c:v>
                </c:pt>
                <c:pt idx="36">
                  <c:v>7.3518700669061465E-2</c:v>
                </c:pt>
                <c:pt idx="37">
                  <c:v>4.5878360053180411E-2</c:v>
                </c:pt>
                <c:pt idx="38">
                  <c:v>6.0333562248812728E-2</c:v>
                </c:pt>
                <c:pt idx="39">
                  <c:v>4.4314199828588849E-2</c:v>
                </c:pt>
                <c:pt idx="40">
                  <c:v>8.6200146508536635E-2</c:v>
                </c:pt>
                <c:pt idx="41">
                  <c:v>1.629489819179648E-2</c:v>
                </c:pt>
                <c:pt idx="42">
                  <c:v>-1.443753270254272E-2</c:v>
                </c:pt>
                <c:pt idx="43">
                  <c:v>-5.4011408466550608E-2</c:v>
                </c:pt>
                <c:pt idx="44">
                  <c:v>2.8255550371401351E-2</c:v>
                </c:pt>
                <c:pt idx="45">
                  <c:v>6.866410064672393E-2</c:v>
                </c:pt>
                <c:pt idx="46">
                  <c:v>8.4909554653351149E-2</c:v>
                </c:pt>
                <c:pt idx="47">
                  <c:v>0.1476078178858764</c:v>
                </c:pt>
                <c:pt idx="48">
                  <c:v>0.1830409724081323</c:v>
                </c:pt>
                <c:pt idx="49">
                  <c:v>0.34549257532425348</c:v>
                </c:pt>
                <c:pt idx="50">
                  <c:v>0.48848898815637742</c:v>
                </c:pt>
                <c:pt idx="51">
                  <c:v>0.43007337357087527</c:v>
                </c:pt>
                <c:pt idx="52">
                  <c:v>0.37149983983132517</c:v>
                </c:pt>
                <c:pt idx="53">
                  <c:v>0.4505865784077665</c:v>
                </c:pt>
                <c:pt idx="54">
                  <c:v>0.56390811188963963</c:v>
                </c:pt>
                <c:pt idx="55">
                  <c:v>0.71098788756644371</c:v>
                </c:pt>
                <c:pt idx="56">
                  <c:v>0.65966650428937756</c:v>
                </c:pt>
                <c:pt idx="57">
                  <c:v>0.81290837323492338</c:v>
                </c:pt>
                <c:pt idx="58">
                  <c:v>0.87316469913012351</c:v>
                </c:pt>
                <c:pt idx="59">
                  <c:v>1.032087534590038</c:v>
                </c:pt>
                <c:pt idx="60">
                  <c:v>1.0468960815686079</c:v>
                </c:pt>
                <c:pt idx="61">
                  <c:v>1.04171327848391</c:v>
                </c:pt>
                <c:pt idx="62">
                  <c:v>1.0349384731818929</c:v>
                </c:pt>
                <c:pt idx="63">
                  <c:v>1.0546234078399119</c:v>
                </c:pt>
                <c:pt idx="64">
                  <c:v>1.0995117463963919</c:v>
                </c:pt>
                <c:pt idx="65">
                  <c:v>0.99447574371848635</c:v>
                </c:pt>
                <c:pt idx="66">
                  <c:v>0.93897804558153464</c:v>
                </c:pt>
                <c:pt idx="67">
                  <c:v>0.89930057450062351</c:v>
                </c:pt>
                <c:pt idx="68">
                  <c:v>0.96150523266637411</c:v>
                </c:pt>
                <c:pt idx="69">
                  <c:v>1.015965283372301</c:v>
                </c:pt>
                <c:pt idx="70">
                  <c:v>1.016863575460631</c:v>
                </c:pt>
                <c:pt idx="71">
                  <c:v>1.100268388715395</c:v>
                </c:pt>
                <c:pt idx="72">
                  <c:v>1.0948380341973709</c:v>
                </c:pt>
                <c:pt idx="73">
                  <c:v>1.091830696074888</c:v>
                </c:pt>
                <c:pt idx="74">
                  <c:v>1.1304449769514271</c:v>
                </c:pt>
                <c:pt idx="75">
                  <c:v>1.2365884418106381</c:v>
                </c:pt>
                <c:pt idx="76">
                  <c:v>1.2967822705665</c:v>
                </c:pt>
                <c:pt idx="77">
                  <c:v>1.435066165792023</c:v>
                </c:pt>
                <c:pt idx="78">
                  <c:v>1.4715016271977741</c:v>
                </c:pt>
                <c:pt idx="79">
                  <c:v>1.552674929577593</c:v>
                </c:pt>
                <c:pt idx="80">
                  <c:v>1.525750251964707</c:v>
                </c:pt>
                <c:pt idx="81">
                  <c:v>1.5401946652826961</c:v>
                </c:pt>
                <c:pt idx="82">
                  <c:v>1.465509347130642</c:v>
                </c:pt>
                <c:pt idx="83">
                  <c:v>1.353978975716601</c:v>
                </c:pt>
                <c:pt idx="84">
                  <c:v>1.356076696931199</c:v>
                </c:pt>
                <c:pt idx="85">
                  <c:v>1.244820848760215</c:v>
                </c:pt>
                <c:pt idx="86">
                  <c:v>1.342433166454126</c:v>
                </c:pt>
                <c:pt idx="87">
                  <c:v>1.2957569150600541</c:v>
                </c:pt>
                <c:pt idx="88">
                  <c:v>1.3424798167344949</c:v>
                </c:pt>
                <c:pt idx="89">
                  <c:v>1.3502677844112181</c:v>
                </c:pt>
                <c:pt idx="90">
                  <c:v>1.2879728429881061</c:v>
                </c:pt>
                <c:pt idx="91">
                  <c:v>1.223620558517527</c:v>
                </c:pt>
                <c:pt idx="92">
                  <c:v>1.0759309642334369</c:v>
                </c:pt>
                <c:pt idx="93">
                  <c:v>1.013582158632589</c:v>
                </c:pt>
                <c:pt idx="94">
                  <c:v>0.68108496070669888</c:v>
                </c:pt>
                <c:pt idx="95">
                  <c:v>0.6913639412112369</c:v>
                </c:pt>
                <c:pt idx="96">
                  <c:v>0.79922329813206094</c:v>
                </c:pt>
                <c:pt idx="97">
                  <c:v>0.88068039171724555</c:v>
                </c:pt>
                <c:pt idx="98">
                  <c:v>0.88570167973063652</c:v>
                </c:pt>
                <c:pt idx="99">
                  <c:v>1.010920103716582</c:v>
                </c:pt>
                <c:pt idx="100">
                  <c:v>1.22318429863488</c:v>
                </c:pt>
                <c:pt idx="101">
                  <c:v>1.281020203629843</c:v>
                </c:pt>
                <c:pt idx="102">
                  <c:v>1.2441406139788951</c:v>
                </c:pt>
                <c:pt idx="103">
                  <c:v>1.3027480845607</c:v>
                </c:pt>
                <c:pt idx="104">
                  <c:v>1.3223212287851429</c:v>
                </c:pt>
                <c:pt idx="105">
                  <c:v>1.309381814824514</c:v>
                </c:pt>
                <c:pt idx="106">
                  <c:v>1.2642203860224519</c:v>
                </c:pt>
                <c:pt idx="107">
                  <c:v>1.2284404436138141</c:v>
                </c:pt>
                <c:pt idx="108">
                  <c:v>1.3276117287944711</c:v>
                </c:pt>
                <c:pt idx="109">
                  <c:v>1.3229659196516541</c:v>
                </c:pt>
                <c:pt idx="110">
                  <c:v>1.3614041527417799</c:v>
                </c:pt>
                <c:pt idx="111">
                  <c:v>1.4036616219478051</c:v>
                </c:pt>
                <c:pt idx="112">
                  <c:v>1.4439851186489989</c:v>
                </c:pt>
                <c:pt idx="113">
                  <c:v>1.3455021108468119</c:v>
                </c:pt>
                <c:pt idx="114">
                  <c:v>1.365788497962912</c:v>
                </c:pt>
                <c:pt idx="115">
                  <c:v>1.382885241936149</c:v>
                </c:pt>
                <c:pt idx="116">
                  <c:v>1.357680616737567</c:v>
                </c:pt>
                <c:pt idx="117">
                  <c:v>1.4155836635177861</c:v>
                </c:pt>
                <c:pt idx="118">
                  <c:v>1.4821193499675649</c:v>
                </c:pt>
                <c:pt idx="119">
                  <c:v>1.4270487460685499</c:v>
                </c:pt>
                <c:pt idx="120">
                  <c:v>1.452722034607151</c:v>
                </c:pt>
                <c:pt idx="121">
                  <c:v>1.4849895563401521</c:v>
                </c:pt>
                <c:pt idx="122">
                  <c:v>1.430686321193255</c:v>
                </c:pt>
                <c:pt idx="123">
                  <c:v>1.487674312966033</c:v>
                </c:pt>
                <c:pt idx="124">
                  <c:v>1.4743270698944471</c:v>
                </c:pt>
                <c:pt idx="125">
                  <c:v>1.4180859154169869</c:v>
                </c:pt>
                <c:pt idx="126">
                  <c:v>1.4143584451900391</c:v>
                </c:pt>
                <c:pt idx="127">
                  <c:v>1.4945547865651561</c:v>
                </c:pt>
                <c:pt idx="128">
                  <c:v>1.377636695400049</c:v>
                </c:pt>
                <c:pt idx="129">
                  <c:v>1.253750558701999</c:v>
                </c:pt>
                <c:pt idx="130">
                  <c:v>1.353884066776857</c:v>
                </c:pt>
                <c:pt idx="131">
                  <c:v>1.3603111069245759</c:v>
                </c:pt>
                <c:pt idx="132">
                  <c:v>1.404521798257661</c:v>
                </c:pt>
                <c:pt idx="133">
                  <c:v>1.4832844709046471</c:v>
                </c:pt>
                <c:pt idx="134">
                  <c:v>1.5997434852050521</c:v>
                </c:pt>
                <c:pt idx="135">
                  <c:v>1.556131880067821</c:v>
                </c:pt>
                <c:pt idx="136">
                  <c:v>1.5128271276577929</c:v>
                </c:pt>
                <c:pt idx="137">
                  <c:v>1.46060548608212</c:v>
                </c:pt>
                <c:pt idx="138">
                  <c:v>1.5016067318603921</c:v>
                </c:pt>
                <c:pt idx="139">
                  <c:v>1.480475348319134</c:v>
                </c:pt>
                <c:pt idx="140">
                  <c:v>1.544950109024896</c:v>
                </c:pt>
                <c:pt idx="141">
                  <c:v>1.594642006905765</c:v>
                </c:pt>
                <c:pt idx="142">
                  <c:v>1.560196514530825</c:v>
                </c:pt>
                <c:pt idx="143">
                  <c:v>1.539364395402415</c:v>
                </c:pt>
                <c:pt idx="144">
                  <c:v>1.547511903222262</c:v>
                </c:pt>
                <c:pt idx="145">
                  <c:v>1.581785327592252</c:v>
                </c:pt>
                <c:pt idx="146">
                  <c:v>1.6252601292597939</c:v>
                </c:pt>
                <c:pt idx="147">
                  <c:v>1.6632358762869559</c:v>
                </c:pt>
                <c:pt idx="148">
                  <c:v>1.705276346294718</c:v>
                </c:pt>
                <c:pt idx="149">
                  <c:v>1.7476938671536131</c:v>
                </c:pt>
                <c:pt idx="150">
                  <c:v>1.634423845406086</c:v>
                </c:pt>
                <c:pt idx="151">
                  <c:v>1.695035161819902</c:v>
                </c:pt>
                <c:pt idx="152">
                  <c:v>1.644610561047136</c:v>
                </c:pt>
                <c:pt idx="153">
                  <c:v>1.6794326016314329</c:v>
                </c:pt>
                <c:pt idx="154">
                  <c:v>1.679925062412827</c:v>
                </c:pt>
                <c:pt idx="155">
                  <c:v>1.655976877613859</c:v>
                </c:pt>
                <c:pt idx="156">
                  <c:v>1.6379643135431741</c:v>
                </c:pt>
                <c:pt idx="157">
                  <c:v>1.67275461412582</c:v>
                </c:pt>
                <c:pt idx="158">
                  <c:v>1.7042820407765931</c:v>
                </c:pt>
                <c:pt idx="159">
                  <c:v>1.744687549162738</c:v>
                </c:pt>
                <c:pt idx="160">
                  <c:v>1.7771291302483261</c:v>
                </c:pt>
                <c:pt idx="161">
                  <c:v>1.776454342335795</c:v>
                </c:pt>
                <c:pt idx="162">
                  <c:v>1.753945328008327</c:v>
                </c:pt>
                <c:pt idx="163">
                  <c:v>1.763657627256823</c:v>
                </c:pt>
                <c:pt idx="164">
                  <c:v>1.7783610446668181</c:v>
                </c:pt>
                <c:pt idx="165">
                  <c:v>1.767723546872507</c:v>
                </c:pt>
                <c:pt idx="166">
                  <c:v>1.735408679566498</c:v>
                </c:pt>
                <c:pt idx="167">
                  <c:v>1.7331787049196661</c:v>
                </c:pt>
                <c:pt idx="168">
                  <c:v>1.743436142664579</c:v>
                </c:pt>
                <c:pt idx="169">
                  <c:v>1.825153652911917</c:v>
                </c:pt>
                <c:pt idx="170">
                  <c:v>1.8928829008875321</c:v>
                </c:pt>
                <c:pt idx="171">
                  <c:v>1.968457561848278</c:v>
                </c:pt>
                <c:pt idx="172">
                  <c:v>2.024777161205864</c:v>
                </c:pt>
                <c:pt idx="173">
                  <c:v>2.0630287445317599</c:v>
                </c:pt>
                <c:pt idx="174">
                  <c:v>2.1028231782150502</c:v>
                </c:pt>
                <c:pt idx="175">
                  <c:v>2.1031063683070581</c:v>
                </c:pt>
                <c:pt idx="176">
                  <c:v>2.0389256706785419</c:v>
                </c:pt>
                <c:pt idx="177">
                  <c:v>2.076691038478427</c:v>
                </c:pt>
                <c:pt idx="178">
                  <c:v>2.0942281720062499</c:v>
                </c:pt>
                <c:pt idx="179">
                  <c:v>2.0873705476439151</c:v>
                </c:pt>
                <c:pt idx="180">
                  <c:v>2.099453427220308</c:v>
                </c:pt>
                <c:pt idx="181">
                  <c:v>2.0688953149482021</c:v>
                </c:pt>
                <c:pt idx="182">
                  <c:v>2.0569498861569202</c:v>
                </c:pt>
                <c:pt idx="183">
                  <c:v>2.1138791676485309</c:v>
                </c:pt>
                <c:pt idx="184">
                  <c:v>2.1485604244659582</c:v>
                </c:pt>
                <c:pt idx="185">
                  <c:v>2.142760105736639</c:v>
                </c:pt>
                <c:pt idx="186">
                  <c:v>2.1373335063908718</c:v>
                </c:pt>
                <c:pt idx="187">
                  <c:v>2.2030043667195289</c:v>
                </c:pt>
                <c:pt idx="188">
                  <c:v>2.1554944516308301</c:v>
                </c:pt>
                <c:pt idx="189">
                  <c:v>2.205092247310978</c:v>
                </c:pt>
                <c:pt idx="190">
                  <c:v>2.1289072430530869</c:v>
                </c:pt>
                <c:pt idx="191">
                  <c:v>2.0973493387750408</c:v>
                </c:pt>
                <c:pt idx="192">
                  <c:v>2.160672750012095</c:v>
                </c:pt>
                <c:pt idx="193">
                  <c:v>2.1434505929580689</c:v>
                </c:pt>
                <c:pt idx="194">
                  <c:v>2.1375795556233381</c:v>
                </c:pt>
                <c:pt idx="195">
                  <c:v>2.151798937780423</c:v>
                </c:pt>
                <c:pt idx="196">
                  <c:v>2.167324906645455</c:v>
                </c:pt>
                <c:pt idx="197">
                  <c:v>2.2059045510417961</c:v>
                </c:pt>
                <c:pt idx="198">
                  <c:v>2.215408034256793</c:v>
                </c:pt>
                <c:pt idx="199">
                  <c:v>2.1786834451243702</c:v>
                </c:pt>
                <c:pt idx="200">
                  <c:v>2.1806412163161268</c:v>
                </c:pt>
                <c:pt idx="201">
                  <c:v>2.1247653306813148</c:v>
                </c:pt>
                <c:pt idx="202">
                  <c:v>2.1545457056296651</c:v>
                </c:pt>
                <c:pt idx="203">
                  <c:v>2.1919139000837551</c:v>
                </c:pt>
                <c:pt idx="204">
                  <c:v>2.1924508098775899</c:v>
                </c:pt>
                <c:pt idx="205">
                  <c:v>2.2985367667069059</c:v>
                </c:pt>
                <c:pt idx="206">
                  <c:v>2.255351737362405</c:v>
                </c:pt>
                <c:pt idx="207">
                  <c:v>2.2762979770662368</c:v>
                </c:pt>
                <c:pt idx="208">
                  <c:v>2.3157897886006138</c:v>
                </c:pt>
                <c:pt idx="209">
                  <c:v>2.330637517460203</c:v>
                </c:pt>
                <c:pt idx="210">
                  <c:v>2.248508835315647</c:v>
                </c:pt>
                <c:pt idx="211">
                  <c:v>2.2173128331421461</c:v>
                </c:pt>
                <c:pt idx="212">
                  <c:v>2.2500117429106701</c:v>
                </c:pt>
                <c:pt idx="213">
                  <c:v>2.2500554193299589</c:v>
                </c:pt>
                <c:pt idx="214">
                  <c:v>2.0170977861554529</c:v>
                </c:pt>
                <c:pt idx="215">
                  <c:v>2.107889875521356</c:v>
                </c:pt>
                <c:pt idx="216">
                  <c:v>2.1088459579605008</c:v>
                </c:pt>
                <c:pt idx="217">
                  <c:v>2.2064583508139388</c:v>
                </c:pt>
                <c:pt idx="218">
                  <c:v>2.1997288187149189</c:v>
                </c:pt>
                <c:pt idx="219">
                  <c:v>2.19714030447554</c:v>
                </c:pt>
                <c:pt idx="220">
                  <c:v>2.2616920215899992</c:v>
                </c:pt>
                <c:pt idx="221">
                  <c:v>2.204757157497284</c:v>
                </c:pt>
                <c:pt idx="222">
                  <c:v>2.2289680331646382</c:v>
                </c:pt>
                <c:pt idx="223">
                  <c:v>2.1214428023861438</c:v>
                </c:pt>
                <c:pt idx="224">
                  <c:v>2.120053785911598</c:v>
                </c:pt>
                <c:pt idx="225">
                  <c:v>2.1613669352070888</c:v>
                </c:pt>
                <c:pt idx="226">
                  <c:v>2.1656217429630771</c:v>
                </c:pt>
                <c:pt idx="227">
                  <c:v>2.1685871618789681</c:v>
                </c:pt>
                <c:pt idx="228">
                  <c:v>2.223662185807656</c:v>
                </c:pt>
                <c:pt idx="229">
                  <c:v>2.1866821457221381</c:v>
                </c:pt>
                <c:pt idx="230">
                  <c:v>2.1190150560077621</c:v>
                </c:pt>
                <c:pt idx="231">
                  <c:v>1.9661105395172229</c:v>
                </c:pt>
                <c:pt idx="232">
                  <c:v>2.1639265687140772</c:v>
                </c:pt>
                <c:pt idx="233">
                  <c:v>2.2549872913877471</c:v>
                </c:pt>
                <c:pt idx="234">
                  <c:v>2.24705421682039</c:v>
                </c:pt>
                <c:pt idx="235">
                  <c:v>2.3400796211143189</c:v>
                </c:pt>
                <c:pt idx="236">
                  <c:v>2.365622836369123</c:v>
                </c:pt>
                <c:pt idx="237">
                  <c:v>2.3919015227530132</c:v>
                </c:pt>
                <c:pt idx="238">
                  <c:v>2.3600283271313391</c:v>
                </c:pt>
                <c:pt idx="239">
                  <c:v>2.482593938088574</c:v>
                </c:pt>
                <c:pt idx="240">
                  <c:v>2.5420814570776389</c:v>
                </c:pt>
                <c:pt idx="241">
                  <c:v>2.554892663667534</c:v>
                </c:pt>
                <c:pt idx="242">
                  <c:v>2.578846263721557</c:v>
                </c:pt>
                <c:pt idx="243">
                  <c:v>2.6543501170725818</c:v>
                </c:pt>
                <c:pt idx="244">
                  <c:v>2.6969294746003309</c:v>
                </c:pt>
                <c:pt idx="245">
                  <c:v>2.7280698141774682</c:v>
                </c:pt>
                <c:pt idx="246">
                  <c:v>2.788768612478004</c:v>
                </c:pt>
                <c:pt idx="247">
                  <c:v>2.764374343277908</c:v>
                </c:pt>
                <c:pt idx="248">
                  <c:v>2.7289164369040462</c:v>
                </c:pt>
                <c:pt idx="249">
                  <c:v>2.6938802666801358</c:v>
                </c:pt>
                <c:pt idx="250">
                  <c:v>2.6856626497623171</c:v>
                </c:pt>
                <c:pt idx="251">
                  <c:v>2.568431250285907</c:v>
                </c:pt>
                <c:pt idx="252">
                  <c:v>2.6917973728269771</c:v>
                </c:pt>
                <c:pt idx="253">
                  <c:v>2.5854474311073359</c:v>
                </c:pt>
                <c:pt idx="254">
                  <c:v>2.6200052890980068</c:v>
                </c:pt>
                <c:pt idx="255">
                  <c:v>2.6899614967976668</c:v>
                </c:pt>
                <c:pt idx="256">
                  <c:v>2.6952185056820421</c:v>
                </c:pt>
                <c:pt idx="257">
                  <c:v>2.6660621112752469</c:v>
                </c:pt>
                <c:pt idx="258">
                  <c:v>2.4756205080141429</c:v>
                </c:pt>
                <c:pt idx="259">
                  <c:v>2.5421290176031501</c:v>
                </c:pt>
                <c:pt idx="260">
                  <c:v>2.5524268472466352</c:v>
                </c:pt>
                <c:pt idx="261">
                  <c:v>2.3656463773607239</c:v>
                </c:pt>
                <c:pt idx="262">
                  <c:v>2.401323809282359</c:v>
                </c:pt>
                <c:pt idx="263">
                  <c:v>2.4848534927849069</c:v>
                </c:pt>
                <c:pt idx="264">
                  <c:v>2.4305328622363271</c:v>
                </c:pt>
                <c:pt idx="265">
                  <c:v>2.5214192645182378</c:v>
                </c:pt>
                <c:pt idx="266">
                  <c:v>2.5293498026325629</c:v>
                </c:pt>
                <c:pt idx="267">
                  <c:v>2.5366628345211728</c:v>
                </c:pt>
                <c:pt idx="268">
                  <c:v>2.5348512851442151</c:v>
                </c:pt>
                <c:pt idx="269">
                  <c:v>2.5858353962845668</c:v>
                </c:pt>
                <c:pt idx="270">
                  <c:v>2.620145757039245</c:v>
                </c:pt>
                <c:pt idx="271">
                  <c:v>2.583957405013606</c:v>
                </c:pt>
                <c:pt idx="272">
                  <c:v>2.5907901837521989</c:v>
                </c:pt>
                <c:pt idx="273">
                  <c:v>2.529852363324157</c:v>
                </c:pt>
                <c:pt idx="274">
                  <c:v>2.4458220313024359</c:v>
                </c:pt>
                <c:pt idx="275">
                  <c:v>2.5250588858416538</c:v>
                </c:pt>
                <c:pt idx="276">
                  <c:v>2.5619102296202572</c:v>
                </c:pt>
                <c:pt idx="277">
                  <c:v>2.5254036124276942</c:v>
                </c:pt>
                <c:pt idx="278">
                  <c:v>2.5496502237632361</c:v>
                </c:pt>
                <c:pt idx="279">
                  <c:v>2.5743534427528698</c:v>
                </c:pt>
                <c:pt idx="280">
                  <c:v>2.567269464421948</c:v>
                </c:pt>
                <c:pt idx="281">
                  <c:v>2.5671202883489208</c:v>
                </c:pt>
                <c:pt idx="282">
                  <c:v>2.5576448378382621</c:v>
                </c:pt>
                <c:pt idx="283">
                  <c:v>2.5192628318582568</c:v>
                </c:pt>
                <c:pt idx="284">
                  <c:v>2.476418763257584</c:v>
                </c:pt>
                <c:pt idx="285">
                  <c:v>2.4701083601950979</c:v>
                </c:pt>
                <c:pt idx="286">
                  <c:v>2.439276761560448</c:v>
                </c:pt>
                <c:pt idx="287">
                  <c:v>2.353187274218751</c:v>
                </c:pt>
                <c:pt idx="288">
                  <c:v>2.367960061097151</c:v>
                </c:pt>
                <c:pt idx="289">
                  <c:v>2.416753407659785</c:v>
                </c:pt>
                <c:pt idx="290">
                  <c:v>2.4366587114399798</c:v>
                </c:pt>
                <c:pt idx="291">
                  <c:v>2.377310184758235</c:v>
                </c:pt>
                <c:pt idx="292">
                  <c:v>2.455768341157623</c:v>
                </c:pt>
                <c:pt idx="293">
                  <c:v>2.4784022350546508</c:v>
                </c:pt>
                <c:pt idx="294">
                  <c:v>2.5344411042534412</c:v>
                </c:pt>
                <c:pt idx="295">
                  <c:v>2.5589057873036789</c:v>
                </c:pt>
                <c:pt idx="296">
                  <c:v>2.54712891669578</c:v>
                </c:pt>
                <c:pt idx="297">
                  <c:v>2.571303690884029</c:v>
                </c:pt>
                <c:pt idx="298">
                  <c:v>2.577659996757498</c:v>
                </c:pt>
                <c:pt idx="299">
                  <c:v>2.5595759914379892</c:v>
                </c:pt>
                <c:pt idx="300">
                  <c:v>2.5710986069731989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FF-4CA4-9F6F-CE51E4D2FC6D}"/>
            </c:ext>
          </c:extLst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Q(4/5)</c:v>
                </c:pt>
              </c:strCache>
            </c:strRef>
          </c:tx>
          <c:spPr>
            <a:ln w="25400" cap="rnd">
              <a:solidFill>
                <a:srgbClr val="EB1B65"/>
              </a:solidFill>
              <a:round/>
            </a:ln>
            <a:effectLst/>
          </c:spPr>
          <c:marker>
            <c:symbol val="none"/>
          </c:marker>
          <c:cat>
            <c:numRef>
              <c:f>Sheet2!$G$2:$G$302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Sheet2!$E$2:$E$302</c:f>
              <c:numCache>
                <c:formatCode>General</c:formatCode>
                <c:ptCount val="301"/>
                <c:pt idx="0">
                  <c:v>0</c:v>
                </c:pt>
                <c:pt idx="1">
                  <c:v>0.26343067288857808</c:v>
                </c:pt>
                <c:pt idx="2">
                  <c:v>0.33318343845474951</c:v>
                </c:pt>
                <c:pt idx="3">
                  <c:v>0.22160496224065121</c:v>
                </c:pt>
                <c:pt idx="4">
                  <c:v>0.24210612013053431</c:v>
                </c:pt>
                <c:pt idx="5">
                  <c:v>0.37977519470198579</c:v>
                </c:pt>
                <c:pt idx="6">
                  <c:v>0.37421116141193589</c:v>
                </c:pt>
                <c:pt idx="7">
                  <c:v>0.20516086002302439</c:v>
                </c:pt>
                <c:pt idx="8">
                  <c:v>0.146662897429469</c:v>
                </c:pt>
                <c:pt idx="9">
                  <c:v>-7.3587282219218564E-2</c:v>
                </c:pt>
                <c:pt idx="10">
                  <c:v>0.1354462143891145</c:v>
                </c:pt>
                <c:pt idx="11">
                  <c:v>0.17961179567518151</c:v>
                </c:pt>
                <c:pt idx="12">
                  <c:v>0.1297926733427677</c:v>
                </c:pt>
                <c:pt idx="13">
                  <c:v>0.20656779175721229</c:v>
                </c:pt>
                <c:pt idx="14">
                  <c:v>0.1647971581895121</c:v>
                </c:pt>
                <c:pt idx="15">
                  <c:v>0.20301970826776389</c:v>
                </c:pt>
                <c:pt idx="16">
                  <c:v>8.4188790609027314E-2</c:v>
                </c:pt>
                <c:pt idx="17">
                  <c:v>6.5801467393419993E-2</c:v>
                </c:pt>
                <c:pt idx="18">
                  <c:v>-7.3451493326121581E-2</c:v>
                </c:pt>
                <c:pt idx="19">
                  <c:v>-6.6930528040438614E-2</c:v>
                </c:pt>
                <c:pt idx="20">
                  <c:v>-3.5782975606308602E-2</c:v>
                </c:pt>
                <c:pt idx="21">
                  <c:v>-0.2526357995154182</c:v>
                </c:pt>
                <c:pt idx="22">
                  <c:v>-0.25110324461646172</c:v>
                </c:pt>
                <c:pt idx="23">
                  <c:v>-0.23951442544733351</c:v>
                </c:pt>
                <c:pt idx="24">
                  <c:v>-0.3834989482684637</c:v>
                </c:pt>
                <c:pt idx="25">
                  <c:v>-0.43453772840917659</c:v>
                </c:pt>
                <c:pt idx="26">
                  <c:v>-0.42541866069464918</c:v>
                </c:pt>
                <c:pt idx="27">
                  <c:v>-0.58654528651687077</c:v>
                </c:pt>
                <c:pt idx="28">
                  <c:v>-0.49667671458466461</c:v>
                </c:pt>
                <c:pt idx="29">
                  <c:v>-0.42357463176988508</c:v>
                </c:pt>
                <c:pt idx="30">
                  <c:v>-0.3746069145701944</c:v>
                </c:pt>
                <c:pt idx="31">
                  <c:v>-0.36947156943979392</c:v>
                </c:pt>
                <c:pt idx="32">
                  <c:v>-0.39095317266655488</c:v>
                </c:pt>
                <c:pt idx="33">
                  <c:v>-0.48087555154335238</c:v>
                </c:pt>
                <c:pt idx="34">
                  <c:v>-0.48109597748863692</c:v>
                </c:pt>
                <c:pt idx="35">
                  <c:v>-0.49901208936011487</c:v>
                </c:pt>
                <c:pt idx="36">
                  <c:v>-0.48257711442670959</c:v>
                </c:pt>
                <c:pt idx="37">
                  <c:v>-0.49699980258922638</c:v>
                </c:pt>
                <c:pt idx="38">
                  <c:v>-0.5169520895642421</c:v>
                </c:pt>
                <c:pt idx="39">
                  <c:v>-0.5185731170973622</c:v>
                </c:pt>
                <c:pt idx="40">
                  <c:v>-0.48512855634841329</c:v>
                </c:pt>
                <c:pt idx="41">
                  <c:v>-0.54405279974950749</c:v>
                </c:pt>
                <c:pt idx="42">
                  <c:v>-0.55164846274918333</c:v>
                </c:pt>
                <c:pt idx="43">
                  <c:v>-0.63388515155907799</c:v>
                </c:pt>
                <c:pt idx="44">
                  <c:v>-0.59077680201601401</c:v>
                </c:pt>
                <c:pt idx="45">
                  <c:v>-0.54374360421185108</c:v>
                </c:pt>
                <c:pt idx="46">
                  <c:v>-0.56603219968280094</c:v>
                </c:pt>
                <c:pt idx="47">
                  <c:v>-0.52262090427380825</c:v>
                </c:pt>
                <c:pt idx="48">
                  <c:v>-0.49972018062954132</c:v>
                </c:pt>
                <c:pt idx="49">
                  <c:v>-0.27501335611405769</c:v>
                </c:pt>
                <c:pt idx="50">
                  <c:v>-0.1414638265231602</c:v>
                </c:pt>
                <c:pt idx="51">
                  <c:v>-0.18973431058346971</c:v>
                </c:pt>
                <c:pt idx="52">
                  <c:v>-0.27015411740635198</c:v>
                </c:pt>
                <c:pt idx="53">
                  <c:v>-0.18624667261067751</c:v>
                </c:pt>
                <c:pt idx="54">
                  <c:v>-9.6481236508083407E-2</c:v>
                </c:pt>
                <c:pt idx="55">
                  <c:v>8.1791411547713133E-2</c:v>
                </c:pt>
                <c:pt idx="56">
                  <c:v>2.2636494292994361E-2</c:v>
                </c:pt>
                <c:pt idx="57">
                  <c:v>0.1531250279460703</c:v>
                </c:pt>
                <c:pt idx="58">
                  <c:v>0.22077802644211261</c:v>
                </c:pt>
                <c:pt idx="59">
                  <c:v>0.36377291791259792</c:v>
                </c:pt>
                <c:pt idx="60">
                  <c:v>0.35365180636039412</c:v>
                </c:pt>
                <c:pt idx="61">
                  <c:v>0.3574281659409474</c:v>
                </c:pt>
                <c:pt idx="62">
                  <c:v>0.36084845735184001</c:v>
                </c:pt>
                <c:pt idx="63">
                  <c:v>0.36343387927135568</c:v>
                </c:pt>
                <c:pt idx="64">
                  <c:v>0.39905703171343998</c:v>
                </c:pt>
                <c:pt idx="65">
                  <c:v>0.29639267405618969</c:v>
                </c:pt>
                <c:pt idx="66">
                  <c:v>0.23534787665438359</c:v>
                </c:pt>
                <c:pt idx="67">
                  <c:v>0.1963125766451618</c:v>
                </c:pt>
                <c:pt idx="68">
                  <c:v>0.2341937190220765</c:v>
                </c:pt>
                <c:pt idx="69">
                  <c:v>0.29983010073883509</c:v>
                </c:pt>
                <c:pt idx="70">
                  <c:v>0.28892264203835433</c:v>
                </c:pt>
                <c:pt idx="71">
                  <c:v>0.3444110196589204</c:v>
                </c:pt>
                <c:pt idx="72">
                  <c:v>0.30182413690345322</c:v>
                </c:pt>
                <c:pt idx="73">
                  <c:v>0.28099692178434121</c:v>
                </c:pt>
                <c:pt idx="74">
                  <c:v>0.33253965575841282</c:v>
                </c:pt>
                <c:pt idx="75">
                  <c:v>0.42816143342964569</c:v>
                </c:pt>
                <c:pt idx="76">
                  <c:v>0.47793854534728869</c:v>
                </c:pt>
                <c:pt idx="77">
                  <c:v>0.61115472071206778</c:v>
                </c:pt>
                <c:pt idx="78">
                  <c:v>0.65300797372396202</c:v>
                </c:pt>
                <c:pt idx="79">
                  <c:v>0.70355558667960694</c:v>
                </c:pt>
                <c:pt idx="80">
                  <c:v>0.67169559541191082</c:v>
                </c:pt>
                <c:pt idx="81">
                  <c:v>0.65756962182313239</c:v>
                </c:pt>
                <c:pt idx="82">
                  <c:v>0.60044286123245394</c:v>
                </c:pt>
                <c:pt idx="83">
                  <c:v>0.50240335925522839</c:v>
                </c:pt>
                <c:pt idx="84">
                  <c:v>0.48387790775844353</c:v>
                </c:pt>
                <c:pt idx="85">
                  <c:v>0.34574150885612331</c:v>
                </c:pt>
                <c:pt idx="86">
                  <c:v>0.4402069541133648</c:v>
                </c:pt>
                <c:pt idx="87">
                  <c:v>0.38803325143185391</c:v>
                </c:pt>
                <c:pt idx="88">
                  <c:v>0.38914527026717632</c:v>
                </c:pt>
                <c:pt idx="89">
                  <c:v>0.39522289653621562</c:v>
                </c:pt>
                <c:pt idx="90">
                  <c:v>0.30491492760626798</c:v>
                </c:pt>
                <c:pt idx="91">
                  <c:v>0.23904822668533679</c:v>
                </c:pt>
                <c:pt idx="92">
                  <c:v>6.8230028334531678E-2</c:v>
                </c:pt>
                <c:pt idx="93">
                  <c:v>-1.26532787644847E-2</c:v>
                </c:pt>
                <c:pt idx="94">
                  <c:v>-0.38934710831117592</c:v>
                </c:pt>
                <c:pt idx="95">
                  <c:v>-0.37695760685545182</c:v>
                </c:pt>
                <c:pt idx="96">
                  <c:v>-0.3290736744793189</c:v>
                </c:pt>
                <c:pt idx="97">
                  <c:v>-0.230373090141752</c:v>
                </c:pt>
                <c:pt idx="98">
                  <c:v>-0.19696613269983351</c:v>
                </c:pt>
                <c:pt idx="99">
                  <c:v>-0.1225343795542027</c:v>
                </c:pt>
                <c:pt idx="100">
                  <c:v>9.1679391674883676E-2</c:v>
                </c:pt>
                <c:pt idx="101">
                  <c:v>0.13395898640755879</c:v>
                </c:pt>
                <c:pt idx="102">
                  <c:v>6.6175004208353205E-2</c:v>
                </c:pt>
                <c:pt idx="103">
                  <c:v>0.1108978131939736</c:v>
                </c:pt>
                <c:pt idx="104">
                  <c:v>8.6927714538405171E-2</c:v>
                </c:pt>
                <c:pt idx="105">
                  <c:v>3.1390368619650257E-2</c:v>
                </c:pt>
                <c:pt idx="106">
                  <c:v>-2.025643723174304E-2</c:v>
                </c:pt>
                <c:pt idx="107">
                  <c:v>-5.5374748775504273E-2</c:v>
                </c:pt>
                <c:pt idx="108">
                  <c:v>1.6204420584336379E-2</c:v>
                </c:pt>
                <c:pt idx="109">
                  <c:v>-1.6237157174426701E-2</c:v>
                </c:pt>
                <c:pt idx="110">
                  <c:v>2.5964686048494941E-2</c:v>
                </c:pt>
                <c:pt idx="111">
                  <c:v>9.3557626065094053E-3</c:v>
                </c:pt>
                <c:pt idx="112">
                  <c:v>-2.5444552459185941E-2</c:v>
                </c:pt>
                <c:pt idx="113">
                  <c:v>-0.1284395252109059</c:v>
                </c:pt>
                <c:pt idx="114">
                  <c:v>-0.117528346733656</c:v>
                </c:pt>
                <c:pt idx="115">
                  <c:v>-8.887919613651292E-2</c:v>
                </c:pt>
                <c:pt idx="116">
                  <c:v>-0.1079744757993458</c:v>
                </c:pt>
                <c:pt idx="117">
                  <c:v>-6.5801301234612586E-2</c:v>
                </c:pt>
                <c:pt idx="118">
                  <c:v>-1.521764527425952E-2</c:v>
                </c:pt>
                <c:pt idx="119">
                  <c:v>-7.2222083711252383E-2</c:v>
                </c:pt>
                <c:pt idx="120">
                  <c:v>-3.2068995756230699E-2</c:v>
                </c:pt>
                <c:pt idx="121">
                  <c:v>-1.985202038817472E-2</c:v>
                </c:pt>
                <c:pt idx="122">
                  <c:v>-4.2609112792170167E-2</c:v>
                </c:pt>
                <c:pt idx="123">
                  <c:v>-5.4470633098156612E-3</c:v>
                </c:pt>
                <c:pt idx="124">
                  <c:v>-4.331786937605224E-2</c:v>
                </c:pt>
                <c:pt idx="125">
                  <c:v>-0.1064237760872831</c:v>
                </c:pt>
                <c:pt idx="126">
                  <c:v>-0.1112914728533054</c:v>
                </c:pt>
                <c:pt idx="127">
                  <c:v>-1.526166707235907E-2</c:v>
                </c:pt>
                <c:pt idx="128">
                  <c:v>-0.10284432603010391</c:v>
                </c:pt>
                <c:pt idx="129">
                  <c:v>-0.23419481270970199</c:v>
                </c:pt>
                <c:pt idx="130">
                  <c:v>-0.1075530012426802</c:v>
                </c:pt>
                <c:pt idx="131">
                  <c:v>-9.8325965330165299E-2</c:v>
                </c:pt>
                <c:pt idx="132">
                  <c:v>-3.1821568299443277E-2</c:v>
                </c:pt>
                <c:pt idx="133">
                  <c:v>4.6712220588724693E-2</c:v>
                </c:pt>
                <c:pt idx="134">
                  <c:v>0.13501201015227129</c:v>
                </c:pt>
                <c:pt idx="135">
                  <c:v>8.7747160744263406E-2</c:v>
                </c:pt>
                <c:pt idx="136">
                  <c:v>2.1577806507061539E-4</c:v>
                </c:pt>
                <c:pt idx="137">
                  <c:v>-4.6921124024793967E-2</c:v>
                </c:pt>
                <c:pt idx="138">
                  <c:v>2.5250338678016172E-2</c:v>
                </c:pt>
                <c:pt idx="139">
                  <c:v>-1.796145149739976E-2</c:v>
                </c:pt>
                <c:pt idx="140">
                  <c:v>6.2500314550215513E-2</c:v>
                </c:pt>
                <c:pt idx="141">
                  <c:v>9.2089217551152652E-2</c:v>
                </c:pt>
                <c:pt idx="142">
                  <c:v>4.5197874430365013E-2</c:v>
                </c:pt>
                <c:pt idx="143">
                  <c:v>-2.3327992478227241E-3</c:v>
                </c:pt>
                <c:pt idx="144">
                  <c:v>4.8866947926796177E-3</c:v>
                </c:pt>
                <c:pt idx="145">
                  <c:v>6.1628323752270217E-2</c:v>
                </c:pt>
                <c:pt idx="146">
                  <c:v>0.10836232102763731</c:v>
                </c:pt>
                <c:pt idx="147">
                  <c:v>0.14834490383347321</c:v>
                </c:pt>
                <c:pt idx="148">
                  <c:v>0.15697892004200489</c:v>
                </c:pt>
                <c:pt idx="149">
                  <c:v>0.20547739779346441</c:v>
                </c:pt>
                <c:pt idx="150">
                  <c:v>7.293465279398692E-2</c:v>
                </c:pt>
                <c:pt idx="151">
                  <c:v>0.11315294158935819</c:v>
                </c:pt>
                <c:pt idx="152">
                  <c:v>6.9409781471638732E-2</c:v>
                </c:pt>
                <c:pt idx="153">
                  <c:v>9.6544254883453751E-2</c:v>
                </c:pt>
                <c:pt idx="154">
                  <c:v>7.6625231270897612E-2</c:v>
                </c:pt>
                <c:pt idx="155">
                  <c:v>1.6058549385953611E-2</c:v>
                </c:pt>
                <c:pt idx="156">
                  <c:v>-1.757269723611082E-2</c:v>
                </c:pt>
                <c:pt idx="157">
                  <c:v>1.4070794649072609E-2</c:v>
                </c:pt>
                <c:pt idx="158">
                  <c:v>3.4588188575784121E-2</c:v>
                </c:pt>
                <c:pt idx="159">
                  <c:v>7.3620714838917828E-2</c:v>
                </c:pt>
                <c:pt idx="160">
                  <c:v>0.10788298278202089</c:v>
                </c:pt>
                <c:pt idx="161">
                  <c:v>9.3504875123981507E-2</c:v>
                </c:pt>
                <c:pt idx="162">
                  <c:v>7.1534279743661805E-2</c:v>
                </c:pt>
                <c:pt idx="163">
                  <c:v>7.7646388116444781E-2</c:v>
                </c:pt>
                <c:pt idx="164">
                  <c:v>0.13703019213217579</c:v>
                </c:pt>
                <c:pt idx="165">
                  <c:v>0.1494087492203951</c:v>
                </c:pt>
                <c:pt idx="166">
                  <c:v>0.1458922943326845</c:v>
                </c:pt>
                <c:pt idx="167">
                  <c:v>0.13640672416607119</c:v>
                </c:pt>
                <c:pt idx="168">
                  <c:v>0.14316373102245211</c:v>
                </c:pt>
                <c:pt idx="169">
                  <c:v>0.22988626148916971</c:v>
                </c:pt>
                <c:pt idx="170">
                  <c:v>0.30258887388710981</c:v>
                </c:pt>
                <c:pt idx="171">
                  <c:v>0.36822380336664079</c:v>
                </c:pt>
                <c:pt idx="172">
                  <c:v>0.40541646135696729</c:v>
                </c:pt>
                <c:pt idx="173">
                  <c:v>0.42256377062138262</c:v>
                </c:pt>
                <c:pt idx="174">
                  <c:v>0.44237876509517582</c:v>
                </c:pt>
                <c:pt idx="175">
                  <c:v>0.47258195851173529</c:v>
                </c:pt>
                <c:pt idx="176">
                  <c:v>0.42014887621348168</c:v>
                </c:pt>
                <c:pt idx="177">
                  <c:v>0.47263688696371747</c:v>
                </c:pt>
                <c:pt idx="178">
                  <c:v>0.51769332231182308</c:v>
                </c:pt>
                <c:pt idx="179">
                  <c:v>0.53499570267230245</c:v>
                </c:pt>
                <c:pt idx="180">
                  <c:v>0.56065155951188106</c:v>
                </c:pt>
                <c:pt idx="181">
                  <c:v>0.52576257665991188</c:v>
                </c:pt>
                <c:pt idx="182">
                  <c:v>0.53416495862346192</c:v>
                </c:pt>
                <c:pt idx="183">
                  <c:v>0.59666916004163528</c:v>
                </c:pt>
                <c:pt idx="184">
                  <c:v>0.63491452624112832</c:v>
                </c:pt>
                <c:pt idx="185">
                  <c:v>0.64932666522494931</c:v>
                </c:pt>
                <c:pt idx="186">
                  <c:v>0.6362808819312219</c:v>
                </c:pt>
                <c:pt idx="187">
                  <c:v>0.69468191140423952</c:v>
                </c:pt>
                <c:pt idx="188">
                  <c:v>0.6412622944440628</c:v>
                </c:pt>
                <c:pt idx="189">
                  <c:v>0.6713087328884294</c:v>
                </c:pt>
                <c:pt idx="190">
                  <c:v>0.56807620132146353</c:v>
                </c:pt>
                <c:pt idx="191">
                  <c:v>0.52905475720963491</c:v>
                </c:pt>
                <c:pt idx="192">
                  <c:v>0.60142466937030925</c:v>
                </c:pt>
                <c:pt idx="193">
                  <c:v>0.60111747453230524</c:v>
                </c:pt>
                <c:pt idx="194">
                  <c:v>0.57252406038374037</c:v>
                </c:pt>
                <c:pt idx="195">
                  <c:v>0.57810826428618689</c:v>
                </c:pt>
                <c:pt idx="196">
                  <c:v>0.58104660392682572</c:v>
                </c:pt>
                <c:pt idx="197">
                  <c:v>0.60933109300645028</c:v>
                </c:pt>
                <c:pt idx="198">
                  <c:v>0.61394437209063024</c:v>
                </c:pt>
                <c:pt idx="199">
                  <c:v>0.56894061421918951</c:v>
                </c:pt>
                <c:pt idx="200">
                  <c:v>0.57963551974724081</c:v>
                </c:pt>
                <c:pt idx="201">
                  <c:v>0.51415769639081355</c:v>
                </c:pt>
                <c:pt idx="202">
                  <c:v>0.54208147263761652</c:v>
                </c:pt>
                <c:pt idx="203">
                  <c:v>0.60214380008638702</c:v>
                </c:pt>
                <c:pt idx="204">
                  <c:v>0.59890400256916665</c:v>
                </c:pt>
                <c:pt idx="205">
                  <c:v>0.72407255777421065</c:v>
                </c:pt>
                <c:pt idx="206">
                  <c:v>0.69226286016963412</c:v>
                </c:pt>
                <c:pt idx="207">
                  <c:v>0.70112438647612774</c:v>
                </c:pt>
                <c:pt idx="208">
                  <c:v>0.75087637280063213</c:v>
                </c:pt>
                <c:pt idx="209">
                  <c:v>0.74853243195936392</c:v>
                </c:pt>
                <c:pt idx="210">
                  <c:v>0.65990201979458263</c:v>
                </c:pt>
                <c:pt idx="211">
                  <c:v>0.62589240389703027</c:v>
                </c:pt>
                <c:pt idx="212">
                  <c:v>0.66991182551269968</c:v>
                </c:pt>
                <c:pt idx="213">
                  <c:v>0.67656200102066211</c:v>
                </c:pt>
                <c:pt idx="214">
                  <c:v>0.43183528527601811</c:v>
                </c:pt>
                <c:pt idx="215">
                  <c:v>0.52920225462349946</c:v>
                </c:pt>
                <c:pt idx="216">
                  <c:v>0.51789054876312002</c:v>
                </c:pt>
                <c:pt idx="217">
                  <c:v>0.63609132220326126</c:v>
                </c:pt>
                <c:pt idx="218">
                  <c:v>0.62887567670111633</c:v>
                </c:pt>
                <c:pt idx="219">
                  <c:v>0.6286186843387962</c:v>
                </c:pt>
                <c:pt idx="220">
                  <c:v>0.67663959811314367</c:v>
                </c:pt>
                <c:pt idx="221">
                  <c:v>0.62816841021754566</c:v>
                </c:pt>
                <c:pt idx="222">
                  <c:v>0.67309280221607715</c:v>
                </c:pt>
                <c:pt idx="223">
                  <c:v>0.56658564534918965</c:v>
                </c:pt>
                <c:pt idx="224">
                  <c:v>0.55651903118588375</c:v>
                </c:pt>
                <c:pt idx="225">
                  <c:v>0.5908602385333519</c:v>
                </c:pt>
                <c:pt idx="226">
                  <c:v>0.60470165620774419</c:v>
                </c:pt>
                <c:pt idx="227">
                  <c:v>0.59585062188507343</c:v>
                </c:pt>
                <c:pt idx="228">
                  <c:v>0.63538687878866029</c:v>
                </c:pt>
                <c:pt idx="229">
                  <c:v>0.6113172215103958</c:v>
                </c:pt>
                <c:pt idx="230">
                  <c:v>0.53811930173737643</c:v>
                </c:pt>
                <c:pt idx="231">
                  <c:v>0.39286011463864112</c:v>
                </c:pt>
                <c:pt idx="232">
                  <c:v>0.58073284978340767</c:v>
                </c:pt>
                <c:pt idx="233">
                  <c:v>0.66406084654550102</c:v>
                </c:pt>
                <c:pt idx="234">
                  <c:v>0.65852250391100009</c:v>
                </c:pt>
                <c:pt idx="235">
                  <c:v>0.76116643856570254</c:v>
                </c:pt>
                <c:pt idx="236">
                  <c:v>0.80886849083600054</c:v>
                </c:pt>
                <c:pt idx="237">
                  <c:v>0.849194510324492</c:v>
                </c:pt>
                <c:pt idx="238">
                  <c:v>0.80825531243294879</c:v>
                </c:pt>
                <c:pt idx="239">
                  <c:v>0.91945047968933658</c:v>
                </c:pt>
                <c:pt idx="240">
                  <c:v>0.9730187681521355</c:v>
                </c:pt>
                <c:pt idx="241">
                  <c:v>0.96273402355476145</c:v>
                </c:pt>
                <c:pt idx="242">
                  <c:v>0.96619425912375234</c:v>
                </c:pt>
                <c:pt idx="243">
                  <c:v>1.0252028291128801</c:v>
                </c:pt>
                <c:pt idx="244">
                  <c:v>1.078037886555187</c:v>
                </c:pt>
                <c:pt idx="245">
                  <c:v>1.1029747792192921</c:v>
                </c:pt>
                <c:pt idx="246">
                  <c:v>1.1704001498865311</c:v>
                </c:pt>
                <c:pt idx="247">
                  <c:v>1.145619208335884</c:v>
                </c:pt>
                <c:pt idx="248">
                  <c:v>1.1066906149754729</c:v>
                </c:pt>
                <c:pt idx="249">
                  <c:v>1.0825183841678541</c:v>
                </c:pt>
                <c:pt idx="250">
                  <c:v>1.0835723328293789</c:v>
                </c:pt>
                <c:pt idx="251">
                  <c:v>0.98202848831026424</c:v>
                </c:pt>
                <c:pt idx="252">
                  <c:v>1.0927697861642369</c:v>
                </c:pt>
                <c:pt idx="253">
                  <c:v>0.98720845729782791</c:v>
                </c:pt>
                <c:pt idx="254">
                  <c:v>1.012620370848152</c:v>
                </c:pt>
                <c:pt idx="255">
                  <c:v>1.094203295961963</c:v>
                </c:pt>
                <c:pt idx="256">
                  <c:v>1.0926644998143149</c:v>
                </c:pt>
                <c:pt idx="257">
                  <c:v>1.062835462542894</c:v>
                </c:pt>
                <c:pt idx="258">
                  <c:v>0.87102007059365849</c:v>
                </c:pt>
                <c:pt idx="259">
                  <c:v>0.93342145780720975</c:v>
                </c:pt>
                <c:pt idx="260">
                  <c:v>0.93913938878160663</c:v>
                </c:pt>
                <c:pt idx="261">
                  <c:v>0.73747724732905484</c:v>
                </c:pt>
                <c:pt idx="262">
                  <c:v>0.76401189882122178</c:v>
                </c:pt>
                <c:pt idx="263">
                  <c:v>0.84016071752580546</c:v>
                </c:pt>
                <c:pt idx="264">
                  <c:v>0.7653925894119995</c:v>
                </c:pt>
                <c:pt idx="265">
                  <c:v>0.85963274823239111</c:v>
                </c:pt>
                <c:pt idx="266">
                  <c:v>0.87531353219885077</c:v>
                </c:pt>
                <c:pt idx="267">
                  <c:v>0.89137452624742619</c:v>
                </c:pt>
                <c:pt idx="268">
                  <c:v>0.88471945197070767</c:v>
                </c:pt>
                <c:pt idx="269">
                  <c:v>0.9172406560896933</c:v>
                </c:pt>
                <c:pt idx="270">
                  <c:v>0.92501335339786162</c:v>
                </c:pt>
                <c:pt idx="271">
                  <c:v>0.88171833608631789</c:v>
                </c:pt>
                <c:pt idx="272">
                  <c:v>0.90490540783219642</c:v>
                </c:pt>
                <c:pt idx="273">
                  <c:v>0.83765078335064802</c:v>
                </c:pt>
                <c:pt idx="274">
                  <c:v>0.74260163536863233</c:v>
                </c:pt>
                <c:pt idx="275">
                  <c:v>0.82359369571165619</c:v>
                </c:pt>
                <c:pt idx="276">
                  <c:v>0.85910030227421896</c:v>
                </c:pt>
                <c:pt idx="277">
                  <c:v>0.82012930152944996</c:v>
                </c:pt>
                <c:pt idx="278">
                  <c:v>0.83556669903908831</c:v>
                </c:pt>
                <c:pt idx="279">
                  <c:v>0.85939431559895607</c:v>
                </c:pt>
                <c:pt idx="280">
                  <c:v>0.84220990202675983</c:v>
                </c:pt>
                <c:pt idx="281">
                  <c:v>0.86114090504328766</c:v>
                </c:pt>
                <c:pt idx="282">
                  <c:v>0.83731212018684464</c:v>
                </c:pt>
                <c:pt idx="283">
                  <c:v>0.79071781903293115</c:v>
                </c:pt>
                <c:pt idx="284">
                  <c:v>0.7311275324042702</c:v>
                </c:pt>
                <c:pt idx="285">
                  <c:v>0.7244400942180913</c:v>
                </c:pt>
                <c:pt idx="286">
                  <c:v>0.69225625209490993</c:v>
                </c:pt>
                <c:pt idx="287">
                  <c:v>0.62756141816005151</c:v>
                </c:pt>
                <c:pt idx="288">
                  <c:v>0.6514644718325151</c:v>
                </c:pt>
                <c:pt idx="289">
                  <c:v>0.70539218065395259</c:v>
                </c:pt>
                <c:pt idx="290">
                  <c:v>0.72210800466828584</c:v>
                </c:pt>
                <c:pt idx="291">
                  <c:v>0.6409389340320617</c:v>
                </c:pt>
                <c:pt idx="292">
                  <c:v>0.71892935501100319</c:v>
                </c:pt>
                <c:pt idx="293">
                  <c:v>0.74565705583211195</c:v>
                </c:pt>
                <c:pt idx="294">
                  <c:v>0.79227625817398473</c:v>
                </c:pt>
                <c:pt idx="295">
                  <c:v>0.79265862453336433</c:v>
                </c:pt>
                <c:pt idx="296">
                  <c:v>0.77647169280691752</c:v>
                </c:pt>
                <c:pt idx="297">
                  <c:v>0.80411079294590415</c:v>
                </c:pt>
                <c:pt idx="298">
                  <c:v>0.82551207103955637</c:v>
                </c:pt>
                <c:pt idx="299">
                  <c:v>0.80534646639638119</c:v>
                </c:pt>
                <c:pt idx="300">
                  <c:v>0.83438125358213389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FF-4CA4-9F6F-CE51E4D2FC6D}"/>
            </c:ext>
          </c:extLst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Q(5/5)</c:v>
                </c:pt>
              </c:strCache>
            </c:strRef>
          </c:tx>
          <c:spPr>
            <a:ln w="25400" cap="rnd">
              <a:solidFill>
                <a:srgbClr val="9999FF"/>
              </a:solidFill>
              <a:round/>
            </a:ln>
            <a:effectLst/>
          </c:spPr>
          <c:marker>
            <c:symbol val="none"/>
          </c:marker>
          <c:cat>
            <c:numRef>
              <c:f>Sheet2!$G$2:$G$302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Sheet2!$F$2:$F$302</c:f>
              <c:numCache>
                <c:formatCode>General</c:formatCode>
                <c:ptCount val="301"/>
                <c:pt idx="0">
                  <c:v>0</c:v>
                </c:pt>
                <c:pt idx="1">
                  <c:v>0.25125389463855319</c:v>
                </c:pt>
                <c:pt idx="2">
                  <c:v>0.39345383944099199</c:v>
                </c:pt>
                <c:pt idx="3">
                  <c:v>0.28771078016156459</c:v>
                </c:pt>
                <c:pt idx="4">
                  <c:v>0.2980944751382289</c:v>
                </c:pt>
                <c:pt idx="5">
                  <c:v>0.3951403559985846</c:v>
                </c:pt>
                <c:pt idx="6">
                  <c:v>0.41307543249306161</c:v>
                </c:pt>
                <c:pt idx="7">
                  <c:v>0.28221946955259147</c:v>
                </c:pt>
                <c:pt idx="8">
                  <c:v>0.18065614421821519</c:v>
                </c:pt>
                <c:pt idx="9">
                  <c:v>-8.3654741570509672E-2</c:v>
                </c:pt>
                <c:pt idx="10">
                  <c:v>0.1175434592514169</c:v>
                </c:pt>
                <c:pt idx="11">
                  <c:v>0.1318867824463491</c:v>
                </c:pt>
                <c:pt idx="12">
                  <c:v>4.4024706187021673E-2</c:v>
                </c:pt>
                <c:pt idx="13">
                  <c:v>6.707402658190327E-2</c:v>
                </c:pt>
                <c:pt idx="14">
                  <c:v>1.234981214604852E-2</c:v>
                </c:pt>
                <c:pt idx="15">
                  <c:v>6.8432659002556906E-2</c:v>
                </c:pt>
                <c:pt idx="16">
                  <c:v>-5.8129259336274053E-2</c:v>
                </c:pt>
                <c:pt idx="17">
                  <c:v>-5.252318991919893E-2</c:v>
                </c:pt>
                <c:pt idx="18">
                  <c:v>-0.20819289144303829</c:v>
                </c:pt>
                <c:pt idx="19">
                  <c:v>-0.20271940378836589</c:v>
                </c:pt>
                <c:pt idx="20">
                  <c:v>-0.18414120889591851</c:v>
                </c:pt>
                <c:pt idx="21">
                  <c:v>-0.42421211928933689</c:v>
                </c:pt>
                <c:pt idx="22">
                  <c:v>-0.36654248452621091</c:v>
                </c:pt>
                <c:pt idx="23">
                  <c:v>-0.36746926311109229</c:v>
                </c:pt>
                <c:pt idx="24">
                  <c:v>-0.52614678242852297</c:v>
                </c:pt>
                <c:pt idx="25">
                  <c:v>-0.56621413819367827</c:v>
                </c:pt>
                <c:pt idx="26">
                  <c:v>-0.55217735001514323</c:v>
                </c:pt>
                <c:pt idx="27">
                  <c:v>-0.7089879153363049</c:v>
                </c:pt>
                <c:pt idx="28">
                  <c:v>-0.62826519415987581</c:v>
                </c:pt>
                <c:pt idx="29">
                  <c:v>-0.5789838913657136</c:v>
                </c:pt>
                <c:pt idx="30">
                  <c:v>-0.55620947104248497</c:v>
                </c:pt>
                <c:pt idx="31">
                  <c:v>-0.56846422863347679</c:v>
                </c:pt>
                <c:pt idx="32">
                  <c:v>-0.64742039829635434</c:v>
                </c:pt>
                <c:pt idx="33">
                  <c:v>-0.7426668412726255</c:v>
                </c:pt>
                <c:pt idx="34">
                  <c:v>-0.76224486754460496</c:v>
                </c:pt>
                <c:pt idx="35">
                  <c:v>-0.78085451246162418</c:v>
                </c:pt>
                <c:pt idx="36">
                  <c:v>-0.77968472939737965</c:v>
                </c:pt>
                <c:pt idx="37">
                  <c:v>-0.81505528061735533</c:v>
                </c:pt>
                <c:pt idx="38">
                  <c:v>-0.85375598585773416</c:v>
                </c:pt>
                <c:pt idx="39">
                  <c:v>-0.89014994459740571</c:v>
                </c:pt>
                <c:pt idx="40">
                  <c:v>-0.85199856860745316</c:v>
                </c:pt>
                <c:pt idx="41">
                  <c:v>-0.93258315963554961</c:v>
                </c:pt>
                <c:pt idx="42">
                  <c:v>-0.98949109646163613</c:v>
                </c:pt>
                <c:pt idx="43">
                  <c:v>-1.0687682969297729</c:v>
                </c:pt>
                <c:pt idx="44">
                  <c:v>-1.0063157992398979</c:v>
                </c:pt>
                <c:pt idx="45">
                  <c:v>-1.0416920485987671</c:v>
                </c:pt>
                <c:pt idx="46">
                  <c:v>-1.069335353681059</c:v>
                </c:pt>
                <c:pt idx="47">
                  <c:v>-1.024062791695765</c:v>
                </c:pt>
                <c:pt idx="48">
                  <c:v>-1.0128588332419679</c:v>
                </c:pt>
                <c:pt idx="49">
                  <c:v>-0.83434156532339898</c:v>
                </c:pt>
                <c:pt idx="50">
                  <c:v>-0.75784610031790245</c:v>
                </c:pt>
                <c:pt idx="51">
                  <c:v>-0.8737844245855424</c:v>
                </c:pt>
                <c:pt idx="52">
                  <c:v>-0.99081779672926862</c:v>
                </c:pt>
                <c:pt idx="53">
                  <c:v>-0.89503419046431032</c:v>
                </c:pt>
                <c:pt idx="54">
                  <c:v>-0.74919608600695153</c:v>
                </c:pt>
                <c:pt idx="55">
                  <c:v>-0.61624197627937982</c:v>
                </c:pt>
                <c:pt idx="56">
                  <c:v>-0.79214556394515179</c:v>
                </c:pt>
                <c:pt idx="57">
                  <c:v>-0.68209226169708892</c:v>
                </c:pt>
                <c:pt idx="58">
                  <c:v>-0.59834440363202934</c:v>
                </c:pt>
                <c:pt idx="59">
                  <c:v>-0.43451611449253152</c:v>
                </c:pt>
                <c:pt idx="60">
                  <c:v>-0.4562515543105472</c:v>
                </c:pt>
                <c:pt idx="61">
                  <c:v>-0.45361153997810488</c:v>
                </c:pt>
                <c:pt idx="62">
                  <c:v>-0.42737874505427109</c:v>
                </c:pt>
                <c:pt idx="63">
                  <c:v>-0.47292629200958192</c:v>
                </c:pt>
                <c:pt idx="64">
                  <c:v>-0.42336970405820717</c:v>
                </c:pt>
                <c:pt idx="65">
                  <c:v>-0.53381409923001177</c:v>
                </c:pt>
                <c:pt idx="66">
                  <c:v>-0.59768100838411753</c:v>
                </c:pt>
                <c:pt idx="67">
                  <c:v>-0.65211553126137001</c:v>
                </c:pt>
                <c:pt idx="68">
                  <c:v>-0.65901908768447748</c:v>
                </c:pt>
                <c:pt idx="69">
                  <c:v>-0.58728933822164175</c:v>
                </c:pt>
                <c:pt idx="70">
                  <c:v>-0.63452057902020309</c:v>
                </c:pt>
                <c:pt idx="71">
                  <c:v>-0.60423770307246916</c:v>
                </c:pt>
                <c:pt idx="72">
                  <c:v>-0.67297506678597574</c:v>
                </c:pt>
                <c:pt idx="73">
                  <c:v>-0.72361242993219788</c:v>
                </c:pt>
                <c:pt idx="74">
                  <c:v>-0.6917570974377808</c:v>
                </c:pt>
                <c:pt idx="75">
                  <c:v>-0.60356297339685638</c:v>
                </c:pt>
                <c:pt idx="76">
                  <c:v>-0.57245782693162117</c:v>
                </c:pt>
                <c:pt idx="77">
                  <c:v>-0.48551404501479878</c:v>
                </c:pt>
                <c:pt idx="78">
                  <c:v>-0.46272040052948421</c:v>
                </c:pt>
                <c:pt idx="79">
                  <c:v>-0.45207301172512548</c:v>
                </c:pt>
                <c:pt idx="80">
                  <c:v>-0.47722934672526968</c:v>
                </c:pt>
                <c:pt idx="81">
                  <c:v>-0.5196797664840318</c:v>
                </c:pt>
                <c:pt idx="82">
                  <c:v>-0.57281163914567634</c:v>
                </c:pt>
                <c:pt idx="83">
                  <c:v>-0.62379689164356666</c:v>
                </c:pt>
                <c:pt idx="84">
                  <c:v>-0.67468451967344301</c:v>
                </c:pt>
                <c:pt idx="85">
                  <c:v>-0.79362816667833513</c:v>
                </c:pt>
                <c:pt idx="86">
                  <c:v>-0.73933082925733451</c:v>
                </c:pt>
                <c:pt idx="87">
                  <c:v>-0.80717496460616178</c:v>
                </c:pt>
                <c:pt idx="88">
                  <c:v>-0.87346713787404906</c:v>
                </c:pt>
                <c:pt idx="89">
                  <c:v>-0.86338904546263351</c:v>
                </c:pt>
                <c:pt idx="90">
                  <c:v>-0.92160931311388861</c:v>
                </c:pt>
                <c:pt idx="91">
                  <c:v>-0.97693676795345508</c:v>
                </c:pt>
                <c:pt idx="92">
                  <c:v>-1.172938676588922</c:v>
                </c:pt>
                <c:pt idx="93">
                  <c:v>-1.293236735848925</c:v>
                </c:pt>
                <c:pt idx="94">
                  <c:v>-1.725398863607164</c:v>
                </c:pt>
                <c:pt idx="95">
                  <c:v>-1.6975716250810879</c:v>
                </c:pt>
                <c:pt idx="96">
                  <c:v>-1.6749755806800251</c:v>
                </c:pt>
                <c:pt idx="97">
                  <c:v>-1.655008960315836</c:v>
                </c:pt>
                <c:pt idx="98">
                  <c:v>-1.619646330808908</c:v>
                </c:pt>
                <c:pt idx="99">
                  <c:v>-1.6153283214027649</c:v>
                </c:pt>
                <c:pt idx="100">
                  <c:v>-1.4828216296721111</c:v>
                </c:pt>
                <c:pt idx="101">
                  <c:v>-1.4382716372888771</c:v>
                </c:pt>
                <c:pt idx="102">
                  <c:v>-1.530174770739396</c:v>
                </c:pt>
                <c:pt idx="103">
                  <c:v>-1.5028801313913369</c:v>
                </c:pt>
                <c:pt idx="104">
                  <c:v>-1.5107834114327039</c:v>
                </c:pt>
                <c:pt idx="105">
                  <c:v>-1.5720122915893211</c:v>
                </c:pt>
                <c:pt idx="106">
                  <c:v>-1.619969310587946</c:v>
                </c:pt>
                <c:pt idx="107">
                  <c:v>-1.7344009743464379</c:v>
                </c:pt>
                <c:pt idx="108">
                  <c:v>-1.706119201186252</c:v>
                </c:pt>
                <c:pt idx="109">
                  <c:v>-1.735595393193875</c:v>
                </c:pt>
                <c:pt idx="110">
                  <c:v>-1.736959131091949</c:v>
                </c:pt>
                <c:pt idx="111">
                  <c:v>-1.830384751724996</c:v>
                </c:pt>
                <c:pt idx="112">
                  <c:v>-1.9093180468683379</c:v>
                </c:pt>
                <c:pt idx="113">
                  <c:v>-2.0631840785276281</c:v>
                </c:pt>
                <c:pt idx="114">
                  <c:v>-2.0818288472266868</c:v>
                </c:pt>
                <c:pt idx="115">
                  <c:v>-2.0629560861613729</c:v>
                </c:pt>
                <c:pt idx="116">
                  <c:v>-2.1160415722824029</c:v>
                </c:pt>
                <c:pt idx="117">
                  <c:v>-2.110195660430604</c:v>
                </c:pt>
                <c:pt idx="118">
                  <c:v>-2.0818467337786539</c:v>
                </c:pt>
                <c:pt idx="119">
                  <c:v>-2.1582152382833319</c:v>
                </c:pt>
                <c:pt idx="120">
                  <c:v>-2.1423777547932472</c:v>
                </c:pt>
                <c:pt idx="121">
                  <c:v>-2.1329040669364381</c:v>
                </c:pt>
                <c:pt idx="122">
                  <c:v>-2.2029841598346769</c:v>
                </c:pt>
                <c:pt idx="123">
                  <c:v>-2.2009001539910429</c:v>
                </c:pt>
                <c:pt idx="124">
                  <c:v>-2.3119854322737821</c:v>
                </c:pt>
                <c:pt idx="125">
                  <c:v>-2.3896477812247809</c:v>
                </c:pt>
                <c:pt idx="126">
                  <c:v>-2.3874488416864068</c:v>
                </c:pt>
                <c:pt idx="127">
                  <c:v>-2.3010890427742021</c:v>
                </c:pt>
                <c:pt idx="128">
                  <c:v>-2.4034431535405858</c:v>
                </c:pt>
                <c:pt idx="129">
                  <c:v>-2.520089603233052</c:v>
                </c:pt>
                <c:pt idx="130">
                  <c:v>-2.4347349127273472</c:v>
                </c:pt>
                <c:pt idx="131">
                  <c:v>-2.4772936710663989</c:v>
                </c:pt>
                <c:pt idx="132">
                  <c:v>-2.4236626106805148</c:v>
                </c:pt>
                <c:pt idx="133">
                  <c:v>-2.3654938037614079</c:v>
                </c:pt>
                <c:pt idx="134">
                  <c:v>-2.279889839890286</c:v>
                </c:pt>
                <c:pt idx="135">
                  <c:v>-2.3149484118095329</c:v>
                </c:pt>
                <c:pt idx="136">
                  <c:v>-2.4414558971582121</c:v>
                </c:pt>
                <c:pt idx="137">
                  <c:v>-2.4767548440612162</c:v>
                </c:pt>
                <c:pt idx="138">
                  <c:v>-2.3931818266239882</c:v>
                </c:pt>
                <c:pt idx="139">
                  <c:v>-2.447956301768146</c:v>
                </c:pt>
                <c:pt idx="140">
                  <c:v>-2.4043380117749429</c:v>
                </c:pt>
                <c:pt idx="141">
                  <c:v>-2.4290876096926688</c:v>
                </c:pt>
                <c:pt idx="142">
                  <c:v>-2.4945221058959421</c:v>
                </c:pt>
                <c:pt idx="143">
                  <c:v>-2.5697910210607389</c:v>
                </c:pt>
                <c:pt idx="144">
                  <c:v>-2.630517306026348</c:v>
                </c:pt>
                <c:pt idx="145">
                  <c:v>-2.5720611964055879</c:v>
                </c:pt>
                <c:pt idx="146">
                  <c:v>-2.5349952448868951</c:v>
                </c:pt>
                <c:pt idx="147">
                  <c:v>-2.5477852911030432</c:v>
                </c:pt>
                <c:pt idx="148">
                  <c:v>-2.5794604416144682</c:v>
                </c:pt>
                <c:pt idx="149">
                  <c:v>-2.5383704468950161</c:v>
                </c:pt>
                <c:pt idx="150">
                  <c:v>-2.675088554537532</c:v>
                </c:pt>
                <c:pt idx="151">
                  <c:v>-2.6178512942398688</c:v>
                </c:pt>
                <c:pt idx="152">
                  <c:v>-2.6773004810151679</c:v>
                </c:pt>
                <c:pt idx="153">
                  <c:v>-2.6814835690751591</c:v>
                </c:pt>
                <c:pt idx="154">
                  <c:v>-2.7091408460504161</c:v>
                </c:pt>
                <c:pt idx="155">
                  <c:v>-2.734566762249675</c:v>
                </c:pt>
                <c:pt idx="156">
                  <c:v>-2.8001196829776132</c:v>
                </c:pt>
                <c:pt idx="157">
                  <c:v>-2.757052927601805</c:v>
                </c:pt>
                <c:pt idx="158">
                  <c:v>-2.7505988502051819</c:v>
                </c:pt>
                <c:pt idx="159">
                  <c:v>-2.7318465884597911</c:v>
                </c:pt>
                <c:pt idx="160">
                  <c:v>-2.7050545896285358</c:v>
                </c:pt>
                <c:pt idx="161">
                  <c:v>-2.6968050075752781</c:v>
                </c:pt>
                <c:pt idx="162">
                  <c:v>-2.7096206925697182</c:v>
                </c:pt>
                <c:pt idx="163">
                  <c:v>-2.701426464446262</c:v>
                </c:pt>
                <c:pt idx="164">
                  <c:v>-2.6658803925757391</c:v>
                </c:pt>
                <c:pt idx="165">
                  <c:v>-2.6381134139370652</c:v>
                </c:pt>
                <c:pt idx="166">
                  <c:v>-2.6637750113026351</c:v>
                </c:pt>
                <c:pt idx="167">
                  <c:v>-2.6743940915208499</c:v>
                </c:pt>
                <c:pt idx="168">
                  <c:v>-2.6758037059832702</c:v>
                </c:pt>
                <c:pt idx="169">
                  <c:v>-2.5749331711912751</c:v>
                </c:pt>
                <c:pt idx="170">
                  <c:v>-2.48549407895658</c:v>
                </c:pt>
                <c:pt idx="171">
                  <c:v>-2.399823107300028</c:v>
                </c:pt>
                <c:pt idx="172">
                  <c:v>-2.3263297905950981</c:v>
                </c:pt>
                <c:pt idx="173">
                  <c:v>-2.275164420504507</c:v>
                </c:pt>
                <c:pt idx="174">
                  <c:v>-2.2415678635766181</c:v>
                </c:pt>
                <c:pt idx="175">
                  <c:v>-2.2410806853556129</c:v>
                </c:pt>
                <c:pt idx="176">
                  <c:v>-2.2974741049548091</c:v>
                </c:pt>
                <c:pt idx="177">
                  <c:v>-2.2360134236278508</c:v>
                </c:pt>
                <c:pt idx="178">
                  <c:v>-2.1814410874128778</c:v>
                </c:pt>
                <c:pt idx="179">
                  <c:v>-2.1606403612206888</c:v>
                </c:pt>
                <c:pt idx="180">
                  <c:v>-2.1822905746593069</c:v>
                </c:pt>
                <c:pt idx="181">
                  <c:v>-2.220265302652118</c:v>
                </c:pt>
                <c:pt idx="182">
                  <c:v>-2.235928361897165</c:v>
                </c:pt>
                <c:pt idx="183">
                  <c:v>-2.1548898630738629</c:v>
                </c:pt>
                <c:pt idx="184">
                  <c:v>-2.118470923666961</c:v>
                </c:pt>
                <c:pt idx="185">
                  <c:v>-2.1235546667733241</c:v>
                </c:pt>
                <c:pt idx="186">
                  <c:v>-2.1266982050312131</c:v>
                </c:pt>
                <c:pt idx="187">
                  <c:v>-2.0649842837828118</c:v>
                </c:pt>
                <c:pt idx="188">
                  <c:v>-2.1343939584612008</c:v>
                </c:pt>
                <c:pt idx="189">
                  <c:v>-2.1145092152590901</c:v>
                </c:pt>
                <c:pt idx="190">
                  <c:v>-2.2202912773865142</c:v>
                </c:pt>
                <c:pt idx="191">
                  <c:v>-2.2675052077718298</c:v>
                </c:pt>
                <c:pt idx="192">
                  <c:v>-2.2366624040102949</c:v>
                </c:pt>
                <c:pt idx="193">
                  <c:v>-2.2665353731465601</c:v>
                </c:pt>
                <c:pt idx="194">
                  <c:v>-2.2998925461412139</c:v>
                </c:pt>
                <c:pt idx="195">
                  <c:v>-2.306626548659727</c:v>
                </c:pt>
                <c:pt idx="196">
                  <c:v>-2.3233836027951389</c:v>
                </c:pt>
                <c:pt idx="197">
                  <c:v>-2.3000593961388529</c:v>
                </c:pt>
                <c:pt idx="198">
                  <c:v>-2.3212404289671689</c:v>
                </c:pt>
                <c:pt idx="199">
                  <c:v>-2.3929261166762998</c:v>
                </c:pt>
                <c:pt idx="200">
                  <c:v>-2.389642070668927</c:v>
                </c:pt>
                <c:pt idx="201">
                  <c:v>-2.485522814987239</c:v>
                </c:pt>
                <c:pt idx="202">
                  <c:v>-2.439746238333492</c:v>
                </c:pt>
                <c:pt idx="203">
                  <c:v>-2.388169072759434</c:v>
                </c:pt>
                <c:pt idx="204">
                  <c:v>-2.3936366120533621</c:v>
                </c:pt>
                <c:pt idx="205">
                  <c:v>-2.256069785622111</c:v>
                </c:pt>
                <c:pt idx="206">
                  <c:v>-2.2692483373252141</c:v>
                </c:pt>
                <c:pt idx="207">
                  <c:v>-2.212710794991303</c:v>
                </c:pt>
                <c:pt idx="208">
                  <c:v>-2.1310834343276839</c:v>
                </c:pt>
                <c:pt idx="209">
                  <c:v>-2.1409266503976521</c:v>
                </c:pt>
                <c:pt idx="210">
                  <c:v>-2.236469973990765</c:v>
                </c:pt>
                <c:pt idx="211">
                  <c:v>-2.2888789386286001</c:v>
                </c:pt>
                <c:pt idx="212">
                  <c:v>-2.2471288020833731</c:v>
                </c:pt>
                <c:pt idx="213">
                  <c:v>-2.2510667576981431</c:v>
                </c:pt>
                <c:pt idx="214">
                  <c:v>-2.5272269636170281</c:v>
                </c:pt>
                <c:pt idx="215">
                  <c:v>-2.4419204636600909</c:v>
                </c:pt>
                <c:pt idx="216">
                  <c:v>-2.4938668864238931</c:v>
                </c:pt>
                <c:pt idx="217">
                  <c:v>-2.405672467372697</c:v>
                </c:pt>
                <c:pt idx="218">
                  <c:v>-2.422433752622192</c:v>
                </c:pt>
                <c:pt idx="219">
                  <c:v>-2.4415168610050491</c:v>
                </c:pt>
                <c:pt idx="220">
                  <c:v>-2.3958612906572818</c:v>
                </c:pt>
                <c:pt idx="221">
                  <c:v>-2.4766318039358719</c:v>
                </c:pt>
                <c:pt idx="222">
                  <c:v>-2.4556607033665458</c:v>
                </c:pt>
                <c:pt idx="223">
                  <c:v>-2.5742694669510939</c:v>
                </c:pt>
                <c:pt idx="224">
                  <c:v>-2.6022865854476751</c:v>
                </c:pt>
                <c:pt idx="225">
                  <c:v>-2.5732193479425471</c:v>
                </c:pt>
                <c:pt idx="226">
                  <c:v>-2.5265758349699401</c:v>
                </c:pt>
                <c:pt idx="227">
                  <c:v>-2.5400459579551531</c:v>
                </c:pt>
                <c:pt idx="228">
                  <c:v>-2.5153465904692909</c:v>
                </c:pt>
                <c:pt idx="229">
                  <c:v>-2.5718445089122071</c:v>
                </c:pt>
                <c:pt idx="230">
                  <c:v>-2.6804853446794432</c:v>
                </c:pt>
                <c:pt idx="231">
                  <c:v>-2.7977820667900311</c:v>
                </c:pt>
                <c:pt idx="232">
                  <c:v>-2.6225821101844669</c:v>
                </c:pt>
                <c:pt idx="233">
                  <c:v>-2.5532978906172801</c:v>
                </c:pt>
                <c:pt idx="234">
                  <c:v>-2.58937672121341</c:v>
                </c:pt>
                <c:pt idx="235">
                  <c:v>-2.5065201358324529</c:v>
                </c:pt>
                <c:pt idx="236">
                  <c:v>-2.4745243046375061</c:v>
                </c:pt>
                <c:pt idx="237">
                  <c:v>-2.441201916397179</c:v>
                </c:pt>
                <c:pt idx="238">
                  <c:v>-2.4814897459244389</c:v>
                </c:pt>
                <c:pt idx="239">
                  <c:v>-2.3796732874942479</c:v>
                </c:pt>
                <c:pt idx="240">
                  <c:v>-2.3603473360124241</c:v>
                </c:pt>
                <c:pt idx="241">
                  <c:v>-2.3939591803118039</c:v>
                </c:pt>
                <c:pt idx="242">
                  <c:v>-2.3918540550630571</c:v>
                </c:pt>
                <c:pt idx="243">
                  <c:v>-2.3470230436247022</c:v>
                </c:pt>
                <c:pt idx="244">
                  <c:v>-2.272054507979909</c:v>
                </c:pt>
                <c:pt idx="245">
                  <c:v>-2.2731429338281748</c:v>
                </c:pt>
                <c:pt idx="246">
                  <c:v>-2.2252261304321022</c:v>
                </c:pt>
                <c:pt idx="247">
                  <c:v>-2.2464003021753749</c:v>
                </c:pt>
                <c:pt idx="248">
                  <c:v>-2.293193967016689</c:v>
                </c:pt>
                <c:pt idx="249">
                  <c:v>-2.3307123938656829</c:v>
                </c:pt>
                <c:pt idx="250">
                  <c:v>-2.3585221739336641</c:v>
                </c:pt>
                <c:pt idx="251">
                  <c:v>-2.445669492983193</c:v>
                </c:pt>
                <c:pt idx="252">
                  <c:v>-2.3436789217135732</c:v>
                </c:pt>
                <c:pt idx="253">
                  <c:v>-2.5049430727403319</c:v>
                </c:pt>
                <c:pt idx="254">
                  <c:v>-2.502392662830915</c:v>
                </c:pt>
                <c:pt idx="255">
                  <c:v>-2.4232209708963781</c:v>
                </c:pt>
                <c:pt idx="256">
                  <c:v>-2.4778901387742032</c:v>
                </c:pt>
                <c:pt idx="257">
                  <c:v>-2.490930328021959</c:v>
                </c:pt>
                <c:pt idx="258">
                  <c:v>-2.667216957586704</c:v>
                </c:pt>
                <c:pt idx="259">
                  <c:v>-2.581614171719504</c:v>
                </c:pt>
                <c:pt idx="260">
                  <c:v>-2.5855427337951151</c:v>
                </c:pt>
                <c:pt idx="261">
                  <c:v>-2.7945642500788441</c:v>
                </c:pt>
                <c:pt idx="262">
                  <c:v>-2.7749988009468209</c:v>
                </c:pt>
                <c:pt idx="263">
                  <c:v>-2.7100284411486322</c:v>
                </c:pt>
                <c:pt idx="264">
                  <c:v>-2.794538477411276</c:v>
                </c:pt>
                <c:pt idx="265">
                  <c:v>-2.7217368254175009</c:v>
                </c:pt>
                <c:pt idx="266">
                  <c:v>-2.7291384446156601</c:v>
                </c:pt>
                <c:pt idx="267">
                  <c:v>-2.712343353411836</c:v>
                </c:pt>
                <c:pt idx="268">
                  <c:v>-2.6895199614640841</c:v>
                </c:pt>
                <c:pt idx="269">
                  <c:v>-2.674068919085649</c:v>
                </c:pt>
                <c:pt idx="270">
                  <c:v>-2.691560468458198</c:v>
                </c:pt>
                <c:pt idx="271">
                  <c:v>-2.7354469998958129</c:v>
                </c:pt>
                <c:pt idx="272">
                  <c:v>-2.73030361454988</c:v>
                </c:pt>
                <c:pt idx="273">
                  <c:v>-2.8051009634308972</c:v>
                </c:pt>
                <c:pt idx="274">
                  <c:v>-2.9097460664068429</c:v>
                </c:pt>
                <c:pt idx="275">
                  <c:v>-2.817133548870467</c:v>
                </c:pt>
                <c:pt idx="276">
                  <c:v>-2.7948412344890978</c:v>
                </c:pt>
                <c:pt idx="277">
                  <c:v>-2.842827069168945</c:v>
                </c:pt>
                <c:pt idx="278">
                  <c:v>-2.807454442450052</c:v>
                </c:pt>
                <c:pt idx="279">
                  <c:v>-2.7898347794266218</c:v>
                </c:pt>
                <c:pt idx="280">
                  <c:v>-2.8495008105499759</c:v>
                </c:pt>
                <c:pt idx="281">
                  <c:v>-2.8628003022692798</c:v>
                </c:pt>
                <c:pt idx="282">
                  <c:v>-2.8884221403214339</c:v>
                </c:pt>
                <c:pt idx="283">
                  <c:v>-2.9077906180709152</c:v>
                </c:pt>
                <c:pt idx="284">
                  <c:v>-2.9558330520508331</c:v>
                </c:pt>
                <c:pt idx="285">
                  <c:v>-2.9563865523043789</c:v>
                </c:pt>
                <c:pt idx="286">
                  <c:v>-2.9860461832279719</c:v>
                </c:pt>
                <c:pt idx="287">
                  <c:v>-3.045975638390841</c:v>
                </c:pt>
                <c:pt idx="288">
                  <c:v>-3.0244030959498311</c:v>
                </c:pt>
                <c:pt idx="289">
                  <c:v>-2.9903943713346939</c:v>
                </c:pt>
                <c:pt idx="290">
                  <c:v>-2.989730283405196</c:v>
                </c:pt>
                <c:pt idx="291">
                  <c:v>-3.0745849377060508</c:v>
                </c:pt>
                <c:pt idx="292">
                  <c:v>-2.9945171307823419</c:v>
                </c:pt>
                <c:pt idx="293">
                  <c:v>-2.9768994507793791</c:v>
                </c:pt>
                <c:pt idx="294">
                  <c:v>-2.9362351315142452</c:v>
                </c:pt>
                <c:pt idx="295">
                  <c:v>-2.9234633448833121</c:v>
                </c:pt>
                <c:pt idx="296">
                  <c:v>-2.955734949815541</c:v>
                </c:pt>
                <c:pt idx="297">
                  <c:v>-2.948748148527117</c:v>
                </c:pt>
                <c:pt idx="298">
                  <c:v>-2.9223125681021069</c:v>
                </c:pt>
                <c:pt idx="299">
                  <c:v>-2.948443573453595</c:v>
                </c:pt>
                <c:pt idx="300">
                  <c:v>-2.947582458629955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EFF-4CA4-9F6F-CE51E4D2F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2205440"/>
        <c:axId val="1532194400"/>
      </c:lineChart>
      <c:catAx>
        <c:axId val="153220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32194400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1532194400"/>
        <c:scaling>
          <c:orientation val="minMax"/>
          <c:max val="4.5"/>
          <c:min val="-3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3220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692038495188102E-2"/>
          <c:y val="5.0925925925925923E-2"/>
          <c:w val="0.87720272643904174"/>
          <c:h val="0.841674686497521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Q(1/5)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Sheet1!$G$2:$G$302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Sheet1!$B$2:$B$302</c:f>
              <c:numCache>
                <c:formatCode>General</c:formatCode>
                <c:ptCount val="301"/>
                <c:pt idx="0">
                  <c:v>1</c:v>
                </c:pt>
                <c:pt idx="1">
                  <c:v>1.1775004228773811</c:v>
                </c:pt>
                <c:pt idx="2">
                  <c:v>1.2294729003238161</c:v>
                </c:pt>
                <c:pt idx="3">
                  <c:v>1.1614032042158151</c:v>
                </c:pt>
                <c:pt idx="4">
                  <c:v>1.1961701700017759</c:v>
                </c:pt>
                <c:pt idx="5">
                  <c:v>1.350581245261824</c:v>
                </c:pt>
                <c:pt idx="6">
                  <c:v>1.396277531333858</c:v>
                </c:pt>
                <c:pt idx="7">
                  <c:v>1.258700898813182</c:v>
                </c:pt>
                <c:pt idx="8">
                  <c:v>1.240664007412027</c:v>
                </c:pt>
                <c:pt idx="9">
                  <c:v>1.151472778267993</c:v>
                </c:pt>
                <c:pt idx="10">
                  <c:v>1.2606974370002011</c:v>
                </c:pt>
                <c:pt idx="11">
                  <c:v>1.43197029544055</c:v>
                </c:pt>
                <c:pt idx="12">
                  <c:v>1.5765618036061111</c:v>
                </c:pt>
                <c:pt idx="13">
                  <c:v>1.8077787325373691</c:v>
                </c:pt>
                <c:pt idx="14">
                  <c:v>2.012501550625851</c:v>
                </c:pt>
                <c:pt idx="15">
                  <c:v>2.2720172467740851</c:v>
                </c:pt>
                <c:pt idx="16">
                  <c:v>2.0288512480400702</c:v>
                </c:pt>
                <c:pt idx="17">
                  <c:v>1.941082595803443</c:v>
                </c:pt>
                <c:pt idx="18">
                  <c:v>1.8525966214213989</c:v>
                </c:pt>
                <c:pt idx="19">
                  <c:v>1.8108673265737609</c:v>
                </c:pt>
                <c:pt idx="20">
                  <c:v>1.865611912901626</c:v>
                </c:pt>
                <c:pt idx="21">
                  <c:v>1.716765635689891</c:v>
                </c:pt>
                <c:pt idx="22">
                  <c:v>1.742789946743051</c:v>
                </c:pt>
                <c:pt idx="23">
                  <c:v>1.8751497149025049</c:v>
                </c:pt>
                <c:pt idx="24">
                  <c:v>1.738919180391721</c:v>
                </c:pt>
                <c:pt idx="25">
                  <c:v>1.6480532937464101</c:v>
                </c:pt>
                <c:pt idx="26">
                  <c:v>1.6535231800824639</c:v>
                </c:pt>
                <c:pt idx="27">
                  <c:v>1.5715241013130921</c:v>
                </c:pt>
                <c:pt idx="28">
                  <c:v>1.795453291739558</c:v>
                </c:pt>
                <c:pt idx="29">
                  <c:v>1.9554316187925831</c:v>
                </c:pt>
                <c:pt idx="30">
                  <c:v>2.0096351590048931</c:v>
                </c:pt>
                <c:pt idx="31">
                  <c:v>2.0150527371128431</c:v>
                </c:pt>
                <c:pt idx="32">
                  <c:v>2.1062119660240479</c:v>
                </c:pt>
                <c:pt idx="33">
                  <c:v>1.991395296975158</c:v>
                </c:pt>
                <c:pt idx="34">
                  <c:v>2.087856964724907</c:v>
                </c:pt>
                <c:pt idx="35">
                  <c:v>2.194486789183391</c:v>
                </c:pt>
                <c:pt idx="36">
                  <c:v>2.3533402657401421</c:v>
                </c:pt>
                <c:pt idx="37">
                  <c:v>2.2930763226688482</c:v>
                </c:pt>
                <c:pt idx="38">
                  <c:v>2.3623401717218848</c:v>
                </c:pt>
                <c:pt idx="39">
                  <c:v>2.3780688632470959</c:v>
                </c:pt>
                <c:pt idx="40">
                  <c:v>2.4028669112286209</c:v>
                </c:pt>
                <c:pt idx="41">
                  <c:v>2.2281846663729881</c:v>
                </c:pt>
                <c:pt idx="42">
                  <c:v>2.2614843649850052</c:v>
                </c:pt>
                <c:pt idx="43">
                  <c:v>2.2046526133858051</c:v>
                </c:pt>
                <c:pt idx="44">
                  <c:v>2.3579731924757672</c:v>
                </c:pt>
                <c:pt idx="45">
                  <c:v>2.501592159885754</c:v>
                </c:pt>
                <c:pt idx="46">
                  <c:v>2.5889510877203699</c:v>
                </c:pt>
                <c:pt idx="47">
                  <c:v>2.8140624963737539</c:v>
                </c:pt>
                <c:pt idx="48">
                  <c:v>2.8964103307942701</c:v>
                </c:pt>
                <c:pt idx="49">
                  <c:v>3.1931928946333432</c:v>
                </c:pt>
                <c:pt idx="50">
                  <c:v>3.7225342042540812</c:v>
                </c:pt>
                <c:pt idx="51">
                  <c:v>3.5966908704734628</c:v>
                </c:pt>
                <c:pt idx="52">
                  <c:v>3.5089470224874879</c:v>
                </c:pt>
                <c:pt idx="53">
                  <c:v>3.6409005018051701</c:v>
                </c:pt>
                <c:pt idx="54">
                  <c:v>3.9765164690994022</c:v>
                </c:pt>
                <c:pt idx="55">
                  <c:v>4.5008087230264131</c:v>
                </c:pt>
                <c:pt idx="56">
                  <c:v>4.3460223962077329</c:v>
                </c:pt>
                <c:pt idx="57">
                  <c:v>5.034642510529161</c:v>
                </c:pt>
                <c:pt idx="58">
                  <c:v>5.1242404949475988</c:v>
                </c:pt>
                <c:pt idx="59">
                  <c:v>5.8509091458324463</c:v>
                </c:pt>
                <c:pt idx="60">
                  <c:v>6.0304610845992519</c:v>
                </c:pt>
                <c:pt idx="61">
                  <c:v>5.7525198105870201</c:v>
                </c:pt>
                <c:pt idx="62">
                  <c:v>5.6953752107347784</c:v>
                </c:pt>
                <c:pt idx="63">
                  <c:v>5.7953038495599776</c:v>
                </c:pt>
                <c:pt idx="64">
                  <c:v>6.081044990735883</c:v>
                </c:pt>
                <c:pt idx="65">
                  <c:v>5.7591227996728449</c:v>
                </c:pt>
                <c:pt idx="66">
                  <c:v>5.5843599387265037</c:v>
                </c:pt>
                <c:pt idx="67">
                  <c:v>5.548566839378509</c:v>
                </c:pt>
                <c:pt idx="68">
                  <c:v>5.8868781598522437</c:v>
                </c:pt>
                <c:pt idx="69">
                  <c:v>6.0949367509970376</c:v>
                </c:pt>
                <c:pt idx="70">
                  <c:v>6.1767312077508212</c:v>
                </c:pt>
                <c:pt idx="71">
                  <c:v>6.8703643572351023</c:v>
                </c:pt>
                <c:pt idx="72">
                  <c:v>6.9634911370623822</c:v>
                </c:pt>
                <c:pt idx="73">
                  <c:v>6.5941769227020419</c:v>
                </c:pt>
                <c:pt idx="74">
                  <c:v>6.8260968885332076</c:v>
                </c:pt>
                <c:pt idx="75">
                  <c:v>7.3460299752093023</c:v>
                </c:pt>
                <c:pt idx="76">
                  <c:v>8.014168523172815</c:v>
                </c:pt>
                <c:pt idx="77">
                  <c:v>9.090079853841738</c:v>
                </c:pt>
                <c:pt idx="78">
                  <c:v>9.3644460508639504</c:v>
                </c:pt>
                <c:pt idx="79">
                  <c:v>10.495960181000269</c:v>
                </c:pt>
                <c:pt idx="80">
                  <c:v>10.136257394191791</c:v>
                </c:pt>
                <c:pt idx="81">
                  <c:v>10.37163167935206</c:v>
                </c:pt>
                <c:pt idx="82">
                  <c:v>10.134549711272429</c:v>
                </c:pt>
                <c:pt idx="83">
                  <c:v>9.4745944193793008</c:v>
                </c:pt>
                <c:pt idx="84">
                  <c:v>9.7097136896944285</c:v>
                </c:pt>
                <c:pt idx="85">
                  <c:v>8.656052110316578</c:v>
                </c:pt>
                <c:pt idx="86">
                  <c:v>9.2170718053007601</c:v>
                </c:pt>
                <c:pt idx="87">
                  <c:v>9.0277823830605453</c:v>
                </c:pt>
                <c:pt idx="88">
                  <c:v>9.5130202832338586</c:v>
                </c:pt>
                <c:pt idx="89">
                  <c:v>9.7941449146014641</c:v>
                </c:pt>
                <c:pt idx="90">
                  <c:v>9.2356409825682402</c:v>
                </c:pt>
                <c:pt idx="91">
                  <c:v>8.7131900332761045</c:v>
                </c:pt>
                <c:pt idx="92">
                  <c:v>8.1466174897251253</c:v>
                </c:pt>
                <c:pt idx="93">
                  <c:v>7.9076522556705759</c:v>
                </c:pt>
                <c:pt idx="94">
                  <c:v>6.347127003465979</c:v>
                </c:pt>
                <c:pt idx="95">
                  <c:v>6.3615591520821209</c:v>
                </c:pt>
                <c:pt idx="96">
                  <c:v>7.0328615210493384</c:v>
                </c:pt>
                <c:pt idx="97">
                  <c:v>7.2310492844246594</c:v>
                </c:pt>
                <c:pt idx="98">
                  <c:v>7.0571221857155226</c:v>
                </c:pt>
                <c:pt idx="99">
                  <c:v>8.0068349307534863</c:v>
                </c:pt>
                <c:pt idx="100">
                  <c:v>9.5495642638100282</c:v>
                </c:pt>
                <c:pt idx="101">
                  <c:v>9.90814821677378</c:v>
                </c:pt>
                <c:pt idx="102">
                  <c:v>9.756749192149476</c:v>
                </c:pt>
                <c:pt idx="103">
                  <c:v>10.455185462885741</c:v>
                </c:pt>
                <c:pt idx="104">
                  <c:v>10.84644792174187</c:v>
                </c:pt>
                <c:pt idx="105">
                  <c:v>10.998592017413429</c:v>
                </c:pt>
                <c:pt idx="106">
                  <c:v>10.6661831904099</c:v>
                </c:pt>
                <c:pt idx="107">
                  <c:v>10.5425181363306</c:v>
                </c:pt>
                <c:pt idx="108">
                  <c:v>11.46327193173118</c:v>
                </c:pt>
                <c:pt idx="109">
                  <c:v>10.915973096227759</c:v>
                </c:pt>
                <c:pt idx="110">
                  <c:v>11.16321907596806</c:v>
                </c:pt>
                <c:pt idx="111">
                  <c:v>11.84185036171322</c:v>
                </c:pt>
                <c:pt idx="112">
                  <c:v>12.431108180751281</c:v>
                </c:pt>
                <c:pt idx="113">
                  <c:v>12.066407171914831</c:v>
                </c:pt>
                <c:pt idx="114">
                  <c:v>12.54372829508311</c:v>
                </c:pt>
                <c:pt idx="115">
                  <c:v>12.755083292943571</c:v>
                </c:pt>
                <c:pt idx="116">
                  <c:v>12.62817007693036</c:v>
                </c:pt>
                <c:pt idx="117">
                  <c:v>13.554338977501651</c:v>
                </c:pt>
                <c:pt idx="118">
                  <c:v>14.38582120152215</c:v>
                </c:pt>
                <c:pt idx="119">
                  <c:v>14.017127801022751</c:v>
                </c:pt>
                <c:pt idx="120">
                  <c:v>15.027855445358909</c:v>
                </c:pt>
                <c:pt idx="121">
                  <c:v>15.071331904566881</c:v>
                </c:pt>
                <c:pt idx="122">
                  <c:v>14.40244979746665</c:v>
                </c:pt>
                <c:pt idx="123">
                  <c:v>15.39714280223081</c:v>
                </c:pt>
                <c:pt idx="124">
                  <c:v>15.939042532749779</c:v>
                </c:pt>
                <c:pt idx="125">
                  <c:v>15.651388462730541</c:v>
                </c:pt>
                <c:pt idx="126">
                  <c:v>15.79351971875364</c:v>
                </c:pt>
                <c:pt idx="127">
                  <c:v>16.830358042959549</c:v>
                </c:pt>
                <c:pt idx="128">
                  <c:v>15.728977204245069</c:v>
                </c:pt>
                <c:pt idx="129">
                  <c:v>14.33237982789684</c:v>
                </c:pt>
                <c:pt idx="130">
                  <c:v>15.29224102909351</c:v>
                </c:pt>
                <c:pt idx="131">
                  <c:v>15.178498590369429</c:v>
                </c:pt>
                <c:pt idx="132">
                  <c:v>15.74188207505159</c:v>
                </c:pt>
                <c:pt idx="133">
                  <c:v>16.71569393683405</c:v>
                </c:pt>
                <c:pt idx="134">
                  <c:v>18.20301649127844</c:v>
                </c:pt>
                <c:pt idx="135">
                  <c:v>17.75578863113255</c:v>
                </c:pt>
                <c:pt idx="136">
                  <c:v>17.110084466834671</c:v>
                </c:pt>
                <c:pt idx="137">
                  <c:v>16.350721735458421</c:v>
                </c:pt>
                <c:pt idx="138">
                  <c:v>16.940375110219509</c:v>
                </c:pt>
                <c:pt idx="139">
                  <c:v>17.071181656675929</c:v>
                </c:pt>
                <c:pt idx="140">
                  <c:v>18.057971591584909</c:v>
                </c:pt>
                <c:pt idx="141">
                  <c:v>19.241859506902291</c:v>
                </c:pt>
                <c:pt idx="142">
                  <c:v>19.289053450931512</c:v>
                </c:pt>
                <c:pt idx="143">
                  <c:v>19.341150676864039</c:v>
                </c:pt>
                <c:pt idx="144">
                  <c:v>20.003886965451219</c:v>
                </c:pt>
                <c:pt idx="145">
                  <c:v>20.139273699964871</c:v>
                </c:pt>
                <c:pt idx="146">
                  <c:v>20.785852906629732</c:v>
                </c:pt>
                <c:pt idx="147">
                  <c:v>21.67510631944614</c:v>
                </c:pt>
                <c:pt idx="148">
                  <c:v>22.610697939105471</c:v>
                </c:pt>
                <c:pt idx="149">
                  <c:v>22.949312526265949</c:v>
                </c:pt>
                <c:pt idx="150">
                  <c:v>21.455461954120821</c:v>
                </c:pt>
                <c:pt idx="151">
                  <c:v>22.414884541870691</c:v>
                </c:pt>
                <c:pt idx="152">
                  <c:v>21.97484077468885</c:v>
                </c:pt>
                <c:pt idx="153">
                  <c:v>22.75202234253112</c:v>
                </c:pt>
                <c:pt idx="154">
                  <c:v>22.630955469520721</c:v>
                </c:pt>
                <c:pt idx="155">
                  <c:v>22.575313589536179</c:v>
                </c:pt>
                <c:pt idx="156">
                  <c:v>22.7415769200122</c:v>
                </c:pt>
                <c:pt idx="157">
                  <c:v>22.933849340832779</c:v>
                </c:pt>
                <c:pt idx="158">
                  <c:v>23.736702896371831</c:v>
                </c:pt>
                <c:pt idx="159">
                  <c:v>24.529200483028148</c:v>
                </c:pt>
                <c:pt idx="160">
                  <c:v>25.069321275655941</c:v>
                </c:pt>
                <c:pt idx="161">
                  <c:v>25.34475577694241</c:v>
                </c:pt>
                <c:pt idx="162">
                  <c:v>25.583174787439599</c:v>
                </c:pt>
                <c:pt idx="163">
                  <c:v>26.225311054233419</c:v>
                </c:pt>
                <c:pt idx="164">
                  <c:v>26.917460917233811</c:v>
                </c:pt>
                <c:pt idx="165">
                  <c:v>27.111401491633529</c:v>
                </c:pt>
                <c:pt idx="166">
                  <c:v>26.181178430671402</c:v>
                </c:pt>
                <c:pt idx="167">
                  <c:v>25.96341561565896</c:v>
                </c:pt>
                <c:pt idx="168">
                  <c:v>25.670166450275719</c:v>
                </c:pt>
                <c:pt idx="169">
                  <c:v>26.245482313477289</c:v>
                </c:pt>
                <c:pt idx="170">
                  <c:v>28.0913895679912</c:v>
                </c:pt>
                <c:pt idx="171">
                  <c:v>29.645410128526031</c:v>
                </c:pt>
                <c:pt idx="172">
                  <c:v>31.413440497852601</c:v>
                </c:pt>
                <c:pt idx="173">
                  <c:v>32.052347375132022</c:v>
                </c:pt>
                <c:pt idx="174">
                  <c:v>32.170630881605781</c:v>
                </c:pt>
                <c:pt idx="175">
                  <c:v>31.877383625286122</c:v>
                </c:pt>
                <c:pt idx="176">
                  <c:v>30.34535729103041</c:v>
                </c:pt>
                <c:pt idx="177">
                  <c:v>30.97492812182729</c:v>
                </c:pt>
                <c:pt idx="178">
                  <c:v>31.475243055094818</c:v>
                </c:pt>
                <c:pt idx="179">
                  <c:v>30.9670711273126</c:v>
                </c:pt>
                <c:pt idx="180">
                  <c:v>31.56236031064488</c:v>
                </c:pt>
                <c:pt idx="181">
                  <c:v>30.69051282910484</c:v>
                </c:pt>
                <c:pt idx="182">
                  <c:v>31.01174855596739</c:v>
                </c:pt>
                <c:pt idx="183">
                  <c:v>33.06284914545494</c:v>
                </c:pt>
                <c:pt idx="184">
                  <c:v>34.270853257177031</c:v>
                </c:pt>
                <c:pt idx="185">
                  <c:v>33.896840636066578</c:v>
                </c:pt>
                <c:pt idx="186">
                  <c:v>33.556089970386992</c:v>
                </c:pt>
                <c:pt idx="187">
                  <c:v>34.853725498115793</c:v>
                </c:pt>
                <c:pt idx="188">
                  <c:v>34.633330350845952</c:v>
                </c:pt>
                <c:pt idx="189">
                  <c:v>35.91635322657509</c:v>
                </c:pt>
                <c:pt idx="190">
                  <c:v>34.495370333140919</c:v>
                </c:pt>
                <c:pt idx="191">
                  <c:v>34.429234715888853</c:v>
                </c:pt>
                <c:pt idx="192">
                  <c:v>36.454885187478162</c:v>
                </c:pt>
                <c:pt idx="193">
                  <c:v>36.242294301718069</c:v>
                </c:pt>
                <c:pt idx="194">
                  <c:v>37.080010635318118</c:v>
                </c:pt>
                <c:pt idx="195">
                  <c:v>37.741108862605422</c:v>
                </c:pt>
                <c:pt idx="196">
                  <c:v>38.067480316221811</c:v>
                </c:pt>
                <c:pt idx="197">
                  <c:v>39.851344943345907</c:v>
                </c:pt>
                <c:pt idx="198">
                  <c:v>39.90305244508825</c:v>
                </c:pt>
                <c:pt idx="199">
                  <c:v>39.461585596695862</c:v>
                </c:pt>
                <c:pt idx="200">
                  <c:v>39.133121898507177</c:v>
                </c:pt>
                <c:pt idx="201">
                  <c:v>37.570736705944718</c:v>
                </c:pt>
                <c:pt idx="202">
                  <c:v>38.260757595222508</c:v>
                </c:pt>
                <c:pt idx="203">
                  <c:v>38.757755730384019</c:v>
                </c:pt>
                <c:pt idx="204">
                  <c:v>39.105993990949997</c:v>
                </c:pt>
                <c:pt idx="205">
                  <c:v>42.17377095799047</c:v>
                </c:pt>
                <c:pt idx="206">
                  <c:v>40.495474694456149</c:v>
                </c:pt>
                <c:pt idx="207">
                  <c:v>40.59765145738411</c:v>
                </c:pt>
                <c:pt idx="208">
                  <c:v>42.650514375843422</c:v>
                </c:pt>
                <c:pt idx="209">
                  <c:v>42.249144201309491</c:v>
                </c:pt>
                <c:pt idx="210">
                  <c:v>39.993886632247481</c:v>
                </c:pt>
                <c:pt idx="211">
                  <c:v>39.109966218603802</c:v>
                </c:pt>
                <c:pt idx="212">
                  <c:v>39.896650846453703</c:v>
                </c:pt>
                <c:pt idx="213">
                  <c:v>40.169064902666527</c:v>
                </c:pt>
                <c:pt idx="214">
                  <c:v>33.682034476315913</c:v>
                </c:pt>
                <c:pt idx="215">
                  <c:v>35.947937490607409</c:v>
                </c:pt>
                <c:pt idx="216">
                  <c:v>36.765991803727992</c:v>
                </c:pt>
                <c:pt idx="217">
                  <c:v>39.979248741790528</c:v>
                </c:pt>
                <c:pt idx="218">
                  <c:v>39.965418118177382</c:v>
                </c:pt>
                <c:pt idx="219">
                  <c:v>39.913651397552833</c:v>
                </c:pt>
                <c:pt idx="220">
                  <c:v>41.571733305604212</c:v>
                </c:pt>
                <c:pt idx="221">
                  <c:v>39.084911737357118</c:v>
                </c:pt>
                <c:pt idx="222">
                  <c:v>40.661552592922867</c:v>
                </c:pt>
                <c:pt idx="223">
                  <c:v>37.462745475002407</c:v>
                </c:pt>
                <c:pt idx="224">
                  <c:v>36.614448031589902</c:v>
                </c:pt>
                <c:pt idx="225">
                  <c:v>37.853039838762079</c:v>
                </c:pt>
                <c:pt idx="226">
                  <c:v>37.311162949484697</c:v>
                </c:pt>
                <c:pt idx="227">
                  <c:v>37.67056582647983</c:v>
                </c:pt>
                <c:pt idx="228">
                  <c:v>39.292620578595901</c:v>
                </c:pt>
                <c:pt idx="229">
                  <c:v>37.659059053017558</c:v>
                </c:pt>
                <c:pt idx="230">
                  <c:v>34.970818533656612</c:v>
                </c:pt>
                <c:pt idx="231">
                  <c:v>30.302766988099108</c:v>
                </c:pt>
                <c:pt idx="232">
                  <c:v>35.851859030018517</c:v>
                </c:pt>
                <c:pt idx="233">
                  <c:v>38.16723460208874</c:v>
                </c:pt>
                <c:pt idx="234">
                  <c:v>38.080375253900968</c:v>
                </c:pt>
                <c:pt idx="235">
                  <c:v>40.76791426411733</c:v>
                </c:pt>
                <c:pt idx="236">
                  <c:v>41.457516752137543</c:v>
                </c:pt>
                <c:pt idx="237">
                  <c:v>42.577614056173921</c:v>
                </c:pt>
                <c:pt idx="238">
                  <c:v>42.454302101964373</c:v>
                </c:pt>
                <c:pt idx="239">
                  <c:v>47.025892602538889</c:v>
                </c:pt>
                <c:pt idx="240">
                  <c:v>50.864028066370693</c:v>
                </c:pt>
                <c:pt idx="241">
                  <c:v>52.247898728867071</c:v>
                </c:pt>
                <c:pt idx="242">
                  <c:v>54.252985156139687</c:v>
                </c:pt>
                <c:pt idx="243">
                  <c:v>58.589500079118743</c:v>
                </c:pt>
                <c:pt idx="244">
                  <c:v>62.669333140829913</c:v>
                </c:pt>
                <c:pt idx="245">
                  <c:v>65.795878925997002</c:v>
                </c:pt>
                <c:pt idx="246">
                  <c:v>69.560829868768664</c:v>
                </c:pt>
                <c:pt idx="247">
                  <c:v>68.491873908900047</c:v>
                </c:pt>
                <c:pt idx="248">
                  <c:v>66.769776159194876</c:v>
                </c:pt>
                <c:pt idx="249">
                  <c:v>65.976671588711326</c:v>
                </c:pt>
                <c:pt idx="250">
                  <c:v>65.122228453550363</c:v>
                </c:pt>
                <c:pt idx="251">
                  <c:v>58.044676911090278</c:v>
                </c:pt>
                <c:pt idx="252">
                  <c:v>64.859457514026943</c:v>
                </c:pt>
                <c:pt idx="253">
                  <c:v>60.049424460963422</c:v>
                </c:pt>
                <c:pt idx="254">
                  <c:v>62.93290989152483</c:v>
                </c:pt>
                <c:pt idx="255">
                  <c:v>67.174688722050604</c:v>
                </c:pt>
                <c:pt idx="256">
                  <c:v>68.942331595014338</c:v>
                </c:pt>
                <c:pt idx="257">
                  <c:v>67.275665741138283</c:v>
                </c:pt>
                <c:pt idx="258">
                  <c:v>58.265393183003127</c:v>
                </c:pt>
                <c:pt idx="259">
                  <c:v>61.107665092694667</c:v>
                </c:pt>
                <c:pt idx="260">
                  <c:v>62.126647745373234</c:v>
                </c:pt>
                <c:pt idx="261">
                  <c:v>54.218827476726567</c:v>
                </c:pt>
                <c:pt idx="262">
                  <c:v>55.862955827365148</c:v>
                </c:pt>
                <c:pt idx="263">
                  <c:v>60.638586349576322</c:v>
                </c:pt>
                <c:pt idx="264">
                  <c:v>58.939199612116951</c:v>
                </c:pt>
                <c:pt idx="265">
                  <c:v>62.742092015193279</c:v>
                </c:pt>
                <c:pt idx="266">
                  <c:v>62.579389652573688</c:v>
                </c:pt>
                <c:pt idx="267">
                  <c:v>62.451019911081623</c:v>
                </c:pt>
                <c:pt idx="268">
                  <c:v>62.300023705785748</c:v>
                </c:pt>
                <c:pt idx="269">
                  <c:v>63.899871960137013</c:v>
                </c:pt>
                <c:pt idx="270">
                  <c:v>64.475767481499688</c:v>
                </c:pt>
                <c:pt idx="271">
                  <c:v>61.92153466510959</c:v>
                </c:pt>
                <c:pt idx="272">
                  <c:v>62.977233579485528</c:v>
                </c:pt>
                <c:pt idx="273">
                  <c:v>60.972860159033303</c:v>
                </c:pt>
                <c:pt idx="274">
                  <c:v>58.134434717578387</c:v>
                </c:pt>
                <c:pt idx="275">
                  <c:v>61.928785377277997</c:v>
                </c:pt>
                <c:pt idx="276">
                  <c:v>64.137861116487557</c:v>
                </c:pt>
                <c:pt idx="277">
                  <c:v>63.232790877215614</c:v>
                </c:pt>
                <c:pt idx="278">
                  <c:v>64.813409716580992</c:v>
                </c:pt>
                <c:pt idx="279">
                  <c:v>65.151148954092434</c:v>
                </c:pt>
                <c:pt idx="280">
                  <c:v>65.423500165002025</c:v>
                </c:pt>
                <c:pt idx="281">
                  <c:v>64.945679220991522</c:v>
                </c:pt>
                <c:pt idx="282">
                  <c:v>65.414257063556406</c:v>
                </c:pt>
                <c:pt idx="283">
                  <c:v>64.76221273379609</c:v>
                </c:pt>
                <c:pt idx="284">
                  <c:v>62.85140274976024</c:v>
                </c:pt>
                <c:pt idx="285">
                  <c:v>62.142636219970491</c:v>
                </c:pt>
                <c:pt idx="286">
                  <c:v>61.234397512356168</c:v>
                </c:pt>
                <c:pt idx="287">
                  <c:v>59.839944335178849</c:v>
                </c:pt>
                <c:pt idx="288">
                  <c:v>59.884764507314657</c:v>
                </c:pt>
                <c:pt idx="289">
                  <c:v>60.790423895124917</c:v>
                </c:pt>
                <c:pt idx="290">
                  <c:v>62.11493082905222</c:v>
                </c:pt>
                <c:pt idx="291">
                  <c:v>60.916417497132628</c:v>
                </c:pt>
                <c:pt idx="292">
                  <c:v>65.458055426413381</c:v>
                </c:pt>
                <c:pt idx="293">
                  <c:v>68.747026318134871</c:v>
                </c:pt>
                <c:pt idx="294">
                  <c:v>72.136768104818856</c:v>
                </c:pt>
                <c:pt idx="295">
                  <c:v>73.457660320702757</c:v>
                </c:pt>
                <c:pt idx="296">
                  <c:v>71.836131207797777</c:v>
                </c:pt>
                <c:pt idx="297">
                  <c:v>72.137024665818174</c:v>
                </c:pt>
                <c:pt idx="298">
                  <c:v>71.275240030402756</c:v>
                </c:pt>
                <c:pt idx="299">
                  <c:v>72.094177034064899</c:v>
                </c:pt>
                <c:pt idx="300">
                  <c:v>74.054065424878459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A9-43D7-A0D1-A30C571A99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Q(2/5)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Sheet1!$G$2:$G$302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Sheet1!$C$2:$C$302</c:f>
              <c:numCache>
                <c:formatCode>General</c:formatCode>
                <c:ptCount val="301"/>
                <c:pt idx="0">
                  <c:v>1</c:v>
                </c:pt>
                <c:pt idx="1">
                  <c:v>1.227020171952721</c:v>
                </c:pt>
                <c:pt idx="2">
                  <c:v>1.2556886956137621</c:v>
                </c:pt>
                <c:pt idx="3">
                  <c:v>1.122401003657205</c:v>
                </c:pt>
                <c:pt idx="4">
                  <c:v>1.1538462757883621</c:v>
                </c:pt>
                <c:pt idx="5">
                  <c:v>1.3335556771463</c:v>
                </c:pt>
                <c:pt idx="6">
                  <c:v>1.381303214964859</c:v>
                </c:pt>
                <c:pt idx="7">
                  <c:v>1.2351202162553361</c:v>
                </c:pt>
                <c:pt idx="8">
                  <c:v>1.20683177475912</c:v>
                </c:pt>
                <c:pt idx="9">
                  <c:v>1.074007586489282</c:v>
                </c:pt>
                <c:pt idx="10">
                  <c:v>1.215994810633692</c:v>
                </c:pt>
                <c:pt idx="11">
                  <c:v>1.386119704854242</c:v>
                </c:pt>
                <c:pt idx="12">
                  <c:v>1.4496685479731919</c:v>
                </c:pt>
                <c:pt idx="13">
                  <c:v>1.656056496145228</c:v>
                </c:pt>
                <c:pt idx="14">
                  <c:v>1.8067819884891281</c:v>
                </c:pt>
                <c:pt idx="15">
                  <c:v>2.0010003910861478</c:v>
                </c:pt>
                <c:pt idx="16">
                  <c:v>1.7226724325491429</c:v>
                </c:pt>
                <c:pt idx="17">
                  <c:v>1.631388544505098</c:v>
                </c:pt>
                <c:pt idx="18">
                  <c:v>1.5123662378850999</c:v>
                </c:pt>
                <c:pt idx="19">
                  <c:v>1.5094257028843689</c:v>
                </c:pt>
                <c:pt idx="20">
                  <c:v>1.56772340200662</c:v>
                </c:pt>
                <c:pt idx="21">
                  <c:v>1.3745708693003551</c:v>
                </c:pt>
                <c:pt idx="22">
                  <c:v>1.411580188391738</c:v>
                </c:pt>
                <c:pt idx="23">
                  <c:v>1.4807187273445419</c:v>
                </c:pt>
                <c:pt idx="24">
                  <c:v>1.317667858182648</c:v>
                </c:pt>
                <c:pt idx="25">
                  <c:v>1.249056162396246</c:v>
                </c:pt>
                <c:pt idx="26">
                  <c:v>1.2466254721277421</c:v>
                </c:pt>
                <c:pt idx="27">
                  <c:v>1.1510214273316339</c:v>
                </c:pt>
                <c:pt idx="28">
                  <c:v>1.2976429609726261</c:v>
                </c:pt>
                <c:pt idx="29">
                  <c:v>1.4065714474755191</c:v>
                </c:pt>
                <c:pt idx="30">
                  <c:v>1.4691138221969029</c:v>
                </c:pt>
                <c:pt idx="31">
                  <c:v>1.481350802326826</c:v>
                </c:pt>
                <c:pt idx="32">
                  <c:v>1.5513355326606459</c:v>
                </c:pt>
                <c:pt idx="33">
                  <c:v>1.4517385685815809</c:v>
                </c:pt>
                <c:pt idx="34">
                  <c:v>1.492075848204178</c:v>
                </c:pt>
                <c:pt idx="35">
                  <c:v>1.5573533521390259</c:v>
                </c:pt>
                <c:pt idx="36">
                  <c:v>1.6831168741510421</c:v>
                </c:pt>
                <c:pt idx="37">
                  <c:v>1.6399646511879991</c:v>
                </c:pt>
                <c:pt idx="38">
                  <c:v>1.658783414457268</c:v>
                </c:pt>
                <c:pt idx="39">
                  <c:v>1.661249790815357</c:v>
                </c:pt>
                <c:pt idx="40">
                  <c:v>1.716748149654574</c:v>
                </c:pt>
                <c:pt idx="41">
                  <c:v>1.5662946938329789</c:v>
                </c:pt>
                <c:pt idx="42">
                  <c:v>1.5647077682228341</c:v>
                </c:pt>
                <c:pt idx="43">
                  <c:v>1.532843596366092</c:v>
                </c:pt>
                <c:pt idx="44">
                  <c:v>1.6667680922372039</c:v>
                </c:pt>
                <c:pt idx="45">
                  <c:v>1.754591702507136</c:v>
                </c:pt>
                <c:pt idx="46">
                  <c:v>1.811022528744763</c:v>
                </c:pt>
                <c:pt idx="47">
                  <c:v>1.973518253072148</c:v>
                </c:pt>
                <c:pt idx="48">
                  <c:v>2.035174498659674</c:v>
                </c:pt>
                <c:pt idx="49">
                  <c:v>2.314069964400169</c:v>
                </c:pt>
                <c:pt idx="50">
                  <c:v>2.702905673143527</c:v>
                </c:pt>
                <c:pt idx="51">
                  <c:v>2.5608578700347691</c:v>
                </c:pt>
                <c:pt idx="52">
                  <c:v>2.49846917612216</c:v>
                </c:pt>
                <c:pt idx="53">
                  <c:v>2.662170725891337</c:v>
                </c:pt>
                <c:pt idx="54">
                  <c:v>2.8564247810337648</c:v>
                </c:pt>
                <c:pt idx="55">
                  <c:v>3.1551755776207271</c:v>
                </c:pt>
                <c:pt idx="56">
                  <c:v>3.0801068685558319</c:v>
                </c:pt>
                <c:pt idx="57">
                  <c:v>3.577840041193344</c:v>
                </c:pt>
                <c:pt idx="58">
                  <c:v>3.7459374460616601</c:v>
                </c:pt>
                <c:pt idx="59">
                  <c:v>4.2879645310347918</c:v>
                </c:pt>
                <c:pt idx="60">
                  <c:v>4.3482297276456094</c:v>
                </c:pt>
                <c:pt idx="61">
                  <c:v>4.2193780957823384</c:v>
                </c:pt>
                <c:pt idx="62">
                  <c:v>4.1426810271281926</c:v>
                </c:pt>
                <c:pt idx="63">
                  <c:v>4.1738038022114692</c:v>
                </c:pt>
                <c:pt idx="64">
                  <c:v>4.3715894420545256</c:v>
                </c:pt>
                <c:pt idx="65">
                  <c:v>3.9688010497641768</c:v>
                </c:pt>
                <c:pt idx="66">
                  <c:v>3.7734777309801508</c:v>
                </c:pt>
                <c:pt idx="67">
                  <c:v>3.6680802554562129</c:v>
                </c:pt>
                <c:pt idx="68">
                  <c:v>3.8935585059569711</c:v>
                </c:pt>
                <c:pt idx="69">
                  <c:v>4.0522382777361878</c:v>
                </c:pt>
                <c:pt idx="70">
                  <c:v>4.0737861928295471</c:v>
                </c:pt>
                <c:pt idx="71">
                  <c:v>4.3332370359150207</c:v>
                </c:pt>
                <c:pt idx="72">
                  <c:v>4.3729787495461556</c:v>
                </c:pt>
                <c:pt idx="73">
                  <c:v>4.184686365914831</c:v>
                </c:pt>
                <c:pt idx="74">
                  <c:v>4.3672427147347994</c:v>
                </c:pt>
                <c:pt idx="75">
                  <c:v>4.8299912448889408</c:v>
                </c:pt>
                <c:pt idx="76">
                  <c:v>5.2190569168823808</c:v>
                </c:pt>
                <c:pt idx="77">
                  <c:v>5.9511912123937192</c:v>
                </c:pt>
                <c:pt idx="78">
                  <c:v>6.1102001345085188</c:v>
                </c:pt>
                <c:pt idx="79">
                  <c:v>6.8620348659340937</c:v>
                </c:pt>
                <c:pt idx="80">
                  <c:v>6.5653735168501486</c:v>
                </c:pt>
                <c:pt idx="81">
                  <c:v>6.655340377535615</c:v>
                </c:pt>
                <c:pt idx="82">
                  <c:v>6.4711162999502454</c:v>
                </c:pt>
                <c:pt idx="83">
                  <c:v>5.921910233104823</c:v>
                </c:pt>
                <c:pt idx="84">
                  <c:v>5.8877980360350257</c:v>
                </c:pt>
                <c:pt idx="85">
                  <c:v>5.3300431788210636</c:v>
                </c:pt>
                <c:pt idx="86">
                  <c:v>5.7653783090730801</c:v>
                </c:pt>
                <c:pt idx="87">
                  <c:v>5.6111090122655636</c:v>
                </c:pt>
                <c:pt idx="88">
                  <c:v>5.7114998802559462</c:v>
                </c:pt>
                <c:pt idx="89">
                  <c:v>5.937900681226437</c:v>
                </c:pt>
                <c:pt idx="90">
                  <c:v>5.5859316815748867</c:v>
                </c:pt>
                <c:pt idx="91">
                  <c:v>5.2174578477796123</c:v>
                </c:pt>
                <c:pt idx="92">
                  <c:v>4.6773893169432954</c:v>
                </c:pt>
                <c:pt idx="93">
                  <c:v>4.4703396918695546</c:v>
                </c:pt>
                <c:pt idx="94">
                  <c:v>3.356297901489993</c:v>
                </c:pt>
                <c:pt idx="95">
                  <c:v>3.3306893599847092</c:v>
                </c:pt>
                <c:pt idx="96">
                  <c:v>3.7311539281419281</c:v>
                </c:pt>
                <c:pt idx="97">
                  <c:v>4.0964211246986624</c:v>
                </c:pt>
                <c:pt idx="98">
                  <c:v>4.0194898218390502</c:v>
                </c:pt>
                <c:pt idx="99">
                  <c:v>4.7017662213876168</c:v>
                </c:pt>
                <c:pt idx="100">
                  <c:v>5.7653985668603047</c:v>
                </c:pt>
                <c:pt idx="101">
                  <c:v>5.8779770505270053</c:v>
                </c:pt>
                <c:pt idx="102">
                  <c:v>5.7268263444435297</c:v>
                </c:pt>
                <c:pt idx="103">
                  <c:v>6.1418238510989056</c:v>
                </c:pt>
                <c:pt idx="104">
                  <c:v>6.3444956834296704</c:v>
                </c:pt>
                <c:pt idx="105">
                  <c:v>6.4119226155164517</c:v>
                </c:pt>
                <c:pt idx="106">
                  <c:v>6.2348047156188162</c:v>
                </c:pt>
                <c:pt idx="107">
                  <c:v>6.1100902171677403</c:v>
                </c:pt>
                <c:pt idx="108">
                  <c:v>6.7921923752786464</c:v>
                </c:pt>
                <c:pt idx="109">
                  <c:v>6.5154511911231809</c:v>
                </c:pt>
                <c:pt idx="110">
                  <c:v>6.6654315320673376</c:v>
                </c:pt>
                <c:pt idx="111">
                  <c:v>6.9739230875073126</c:v>
                </c:pt>
                <c:pt idx="112">
                  <c:v>7.2939574316253886</c:v>
                </c:pt>
                <c:pt idx="113">
                  <c:v>6.8330399096507124</c:v>
                </c:pt>
                <c:pt idx="114">
                  <c:v>6.9826313460308667</c:v>
                </c:pt>
                <c:pt idx="115">
                  <c:v>7.0565548259204176</c:v>
                </c:pt>
                <c:pt idx="116">
                  <c:v>7.060239913418231</c:v>
                </c:pt>
                <c:pt idx="117">
                  <c:v>7.5921005662180292</c:v>
                </c:pt>
                <c:pt idx="118">
                  <c:v>8.1206641905503272</c:v>
                </c:pt>
                <c:pt idx="119">
                  <c:v>7.6399455414274842</c:v>
                </c:pt>
                <c:pt idx="120">
                  <c:v>8.0072240857096784</c:v>
                </c:pt>
                <c:pt idx="121">
                  <c:v>8.1088430395451301</c:v>
                </c:pt>
                <c:pt idx="122">
                  <c:v>7.7320882219342666</c:v>
                </c:pt>
                <c:pt idx="123">
                  <c:v>8.1739354050901909</c:v>
                </c:pt>
                <c:pt idx="124">
                  <c:v>8.3850258550266261</c:v>
                </c:pt>
                <c:pt idx="125">
                  <c:v>8.13260681055805</c:v>
                </c:pt>
                <c:pt idx="126">
                  <c:v>8.1648232835473706</c:v>
                </c:pt>
                <c:pt idx="127">
                  <c:v>8.9682873802662328</c:v>
                </c:pt>
                <c:pt idx="128">
                  <c:v>8.0664285905272468</c:v>
                </c:pt>
                <c:pt idx="129">
                  <c:v>7.0882314236119868</c:v>
                </c:pt>
                <c:pt idx="130">
                  <c:v>7.767207083057027</c:v>
                </c:pt>
                <c:pt idx="131">
                  <c:v>7.6704119827867023</c:v>
                </c:pt>
                <c:pt idx="132">
                  <c:v>8.064540654412685</c:v>
                </c:pt>
                <c:pt idx="133">
                  <c:v>8.7339842657809363</c:v>
                </c:pt>
                <c:pt idx="134">
                  <c:v>9.6481987979503163</c:v>
                </c:pt>
                <c:pt idx="135">
                  <c:v>9.2508717283116138</c:v>
                </c:pt>
                <c:pt idx="136">
                  <c:v>9.1389995231158121</c:v>
                </c:pt>
                <c:pt idx="137">
                  <c:v>8.7618587182055361</c:v>
                </c:pt>
                <c:pt idx="138">
                  <c:v>9.0024604157970369</c:v>
                </c:pt>
                <c:pt idx="139">
                  <c:v>8.8905050402397237</c:v>
                </c:pt>
                <c:pt idx="140">
                  <c:v>9.3986712384086957</c:v>
                </c:pt>
                <c:pt idx="141">
                  <c:v>10.05708522064954</c:v>
                </c:pt>
                <c:pt idx="142">
                  <c:v>9.9160566912114607</c:v>
                </c:pt>
                <c:pt idx="143">
                  <c:v>9.7458838973252799</c:v>
                </c:pt>
                <c:pt idx="144">
                  <c:v>10.073938863225459</c:v>
                </c:pt>
                <c:pt idx="145">
                  <c:v>10.471819695594631</c:v>
                </c:pt>
                <c:pt idx="146">
                  <c:v>10.96950543290564</c:v>
                </c:pt>
                <c:pt idx="147">
                  <c:v>11.55810843556957</c:v>
                </c:pt>
                <c:pt idx="148">
                  <c:v>12.0634283677112</c:v>
                </c:pt>
                <c:pt idx="149">
                  <c:v>12.473650498088571</c:v>
                </c:pt>
                <c:pt idx="150">
                  <c:v>11.296830675768179</c:v>
                </c:pt>
                <c:pt idx="151">
                  <c:v>12.00371880254667</c:v>
                </c:pt>
                <c:pt idx="152">
                  <c:v>11.69870038403851</c:v>
                </c:pt>
                <c:pt idx="153">
                  <c:v>12.113896729944891</c:v>
                </c:pt>
                <c:pt idx="154">
                  <c:v>12.0887111067047</c:v>
                </c:pt>
                <c:pt idx="155">
                  <c:v>11.87342009138856</c:v>
                </c:pt>
                <c:pt idx="156">
                  <c:v>11.77411941160422</c:v>
                </c:pt>
                <c:pt idx="157">
                  <c:v>11.94275618328486</c:v>
                </c:pt>
                <c:pt idx="158">
                  <c:v>12.50593691597415</c:v>
                </c:pt>
                <c:pt idx="159">
                  <c:v>12.943961733275881</c:v>
                </c:pt>
                <c:pt idx="160">
                  <c:v>13.30670814669566</c:v>
                </c:pt>
                <c:pt idx="161">
                  <c:v>13.25428246167021</c:v>
                </c:pt>
                <c:pt idx="162">
                  <c:v>13.14682991207652</c:v>
                </c:pt>
                <c:pt idx="163">
                  <c:v>13.553199437011941</c:v>
                </c:pt>
                <c:pt idx="164">
                  <c:v>13.95699465031646</c:v>
                </c:pt>
                <c:pt idx="165">
                  <c:v>14.01970153880044</c:v>
                </c:pt>
                <c:pt idx="166">
                  <c:v>13.58997568912933</c:v>
                </c:pt>
                <c:pt idx="167">
                  <c:v>13.38995617960258</c:v>
                </c:pt>
                <c:pt idx="168">
                  <c:v>13.383706677508391</c:v>
                </c:pt>
                <c:pt idx="169">
                  <c:v>14.15179860949017</c:v>
                </c:pt>
                <c:pt idx="170">
                  <c:v>15.06733932793043</c:v>
                </c:pt>
                <c:pt idx="171">
                  <c:v>16.019834661208151</c:v>
                </c:pt>
                <c:pt idx="172">
                  <c:v>17.131773838659051</c:v>
                </c:pt>
                <c:pt idx="173">
                  <c:v>17.45364375942858</c:v>
                </c:pt>
                <c:pt idx="174">
                  <c:v>17.675402773788971</c:v>
                </c:pt>
                <c:pt idx="175">
                  <c:v>17.80107815472919</c:v>
                </c:pt>
                <c:pt idx="176">
                  <c:v>16.721582271408469</c:v>
                </c:pt>
                <c:pt idx="177">
                  <c:v>17.05490072795272</c:v>
                </c:pt>
                <c:pt idx="178">
                  <c:v>17.44343816214549</c:v>
                </c:pt>
                <c:pt idx="179">
                  <c:v>17.140386964722719</c:v>
                </c:pt>
                <c:pt idx="180">
                  <c:v>17.63700154543973</c:v>
                </c:pt>
                <c:pt idx="181">
                  <c:v>16.969249460769628</c:v>
                </c:pt>
                <c:pt idx="182">
                  <c:v>17.15790046034596</c:v>
                </c:pt>
                <c:pt idx="183">
                  <c:v>18.151972363975879</c:v>
                </c:pt>
                <c:pt idx="184">
                  <c:v>19.009232099864629</c:v>
                </c:pt>
                <c:pt idx="185">
                  <c:v>18.960381173222359</c:v>
                </c:pt>
                <c:pt idx="186">
                  <c:v>18.807638974995601</c:v>
                </c:pt>
                <c:pt idx="187">
                  <c:v>20.123531218884189</c:v>
                </c:pt>
                <c:pt idx="188">
                  <c:v>19.317115498420218</c:v>
                </c:pt>
                <c:pt idx="189">
                  <c:v>20.12450783280871</c:v>
                </c:pt>
                <c:pt idx="190">
                  <c:v>18.730493826951861</c:v>
                </c:pt>
                <c:pt idx="191">
                  <c:v>18.382461458774142</c:v>
                </c:pt>
                <c:pt idx="192">
                  <c:v>19.591115652987391</c:v>
                </c:pt>
                <c:pt idx="193">
                  <c:v>19.420471292154101</c:v>
                </c:pt>
                <c:pt idx="194">
                  <c:v>19.508884166831891</c:v>
                </c:pt>
                <c:pt idx="195">
                  <c:v>19.854467384461689</c:v>
                </c:pt>
                <c:pt idx="196">
                  <c:v>20.08156229972753</c:v>
                </c:pt>
                <c:pt idx="197">
                  <c:v>20.905211921028901</c:v>
                </c:pt>
                <c:pt idx="198">
                  <c:v>20.895747803170998</c:v>
                </c:pt>
                <c:pt idx="199">
                  <c:v>20.230456004567241</c:v>
                </c:pt>
                <c:pt idx="200">
                  <c:v>20.153654815794152</c:v>
                </c:pt>
                <c:pt idx="201">
                  <c:v>19.043940721870911</c:v>
                </c:pt>
                <c:pt idx="202">
                  <c:v>19.51207576935607</c:v>
                </c:pt>
                <c:pt idx="203">
                  <c:v>20.3568755874484</c:v>
                </c:pt>
                <c:pt idx="204">
                  <c:v>20.583614006474651</c:v>
                </c:pt>
                <c:pt idx="205">
                  <c:v>22.477960508446721</c:v>
                </c:pt>
                <c:pt idx="206">
                  <c:v>21.489698006504199</c:v>
                </c:pt>
                <c:pt idx="207">
                  <c:v>21.635858365152909</c:v>
                </c:pt>
                <c:pt idx="208">
                  <c:v>22.68426446516499</c:v>
                </c:pt>
                <c:pt idx="209">
                  <c:v>23.06417653932262</c:v>
                </c:pt>
                <c:pt idx="210">
                  <c:v>21.299672750088799</c:v>
                </c:pt>
                <c:pt idx="211">
                  <c:v>20.64119268705339</c:v>
                </c:pt>
                <c:pt idx="212">
                  <c:v>21.230461581578052</c:v>
                </c:pt>
                <c:pt idx="213">
                  <c:v>21.220581986117811</c:v>
                </c:pt>
                <c:pt idx="214">
                  <c:v>17.259269554109331</c:v>
                </c:pt>
                <c:pt idx="215">
                  <c:v>18.719917299171161</c:v>
                </c:pt>
                <c:pt idx="216">
                  <c:v>18.79294034585476</c:v>
                </c:pt>
                <c:pt idx="217">
                  <c:v>20.501523424087331</c:v>
                </c:pt>
                <c:pt idx="218">
                  <c:v>20.807363389985639</c:v>
                </c:pt>
                <c:pt idx="219">
                  <c:v>20.739846936746321</c:v>
                </c:pt>
                <c:pt idx="220">
                  <c:v>21.745712816026341</c:v>
                </c:pt>
                <c:pt idx="221">
                  <c:v>20.468262535290091</c:v>
                </c:pt>
                <c:pt idx="222">
                  <c:v>21.07503322999953</c:v>
                </c:pt>
                <c:pt idx="223">
                  <c:v>19.315555345244789</c:v>
                </c:pt>
                <c:pt idx="224">
                  <c:v>18.945572938264899</c:v>
                </c:pt>
                <c:pt idx="225">
                  <c:v>19.60548298551284</c:v>
                </c:pt>
                <c:pt idx="226">
                  <c:v>19.624080180407979</c:v>
                </c:pt>
                <c:pt idx="227">
                  <c:v>19.393407713593401</c:v>
                </c:pt>
                <c:pt idx="228">
                  <c:v>20.3747792549525</c:v>
                </c:pt>
                <c:pt idx="229">
                  <c:v>19.631803259079611</c:v>
                </c:pt>
                <c:pt idx="230">
                  <c:v>18.15425766086506</c:v>
                </c:pt>
                <c:pt idx="231">
                  <c:v>15.36044211453391</c:v>
                </c:pt>
                <c:pt idx="232">
                  <c:v>18.642006968459381</c:v>
                </c:pt>
                <c:pt idx="233">
                  <c:v>19.886705132944531</c:v>
                </c:pt>
                <c:pt idx="234">
                  <c:v>19.688248019932342</c:v>
                </c:pt>
                <c:pt idx="235">
                  <c:v>21.60323104498098</c:v>
                </c:pt>
                <c:pt idx="236">
                  <c:v>22.08519873246539</c:v>
                </c:pt>
                <c:pt idx="237">
                  <c:v>22.680289330855729</c:v>
                </c:pt>
                <c:pt idx="238">
                  <c:v>22.400298917513869</c:v>
                </c:pt>
                <c:pt idx="239">
                  <c:v>25.041667948246658</c:v>
                </c:pt>
                <c:pt idx="240">
                  <c:v>26.795900923402709</c:v>
                </c:pt>
                <c:pt idx="241">
                  <c:v>27.99862232596622</c:v>
                </c:pt>
                <c:pt idx="242">
                  <c:v>28.957699594855271</c:v>
                </c:pt>
                <c:pt idx="243">
                  <c:v>30.976056683160191</c:v>
                </c:pt>
                <c:pt idx="244">
                  <c:v>33.253896180272697</c:v>
                </c:pt>
                <c:pt idx="245">
                  <c:v>35.063156084906559</c:v>
                </c:pt>
                <c:pt idx="246">
                  <c:v>37.1431947653344</c:v>
                </c:pt>
                <c:pt idx="247">
                  <c:v>36.180875727706962</c:v>
                </c:pt>
                <c:pt idx="248">
                  <c:v>35.104403715122018</c:v>
                </c:pt>
                <c:pt idx="249">
                  <c:v>34.627063347893078</c:v>
                </c:pt>
                <c:pt idx="250">
                  <c:v>34.383447104451072</c:v>
                </c:pt>
                <c:pt idx="251">
                  <c:v>30.695421578665801</c:v>
                </c:pt>
                <c:pt idx="252">
                  <c:v>34.454685801230411</c:v>
                </c:pt>
                <c:pt idx="253">
                  <c:v>31.4675647208873</c:v>
                </c:pt>
                <c:pt idx="254">
                  <c:v>32.750621871538321</c:v>
                </c:pt>
                <c:pt idx="255">
                  <c:v>35.117378369541598</c:v>
                </c:pt>
                <c:pt idx="256">
                  <c:v>35.355789849940578</c:v>
                </c:pt>
                <c:pt idx="257">
                  <c:v>34.453173353859569</c:v>
                </c:pt>
                <c:pt idx="258">
                  <c:v>28.697632529719641</c:v>
                </c:pt>
                <c:pt idx="259">
                  <c:v>30.334420139548978</c:v>
                </c:pt>
                <c:pt idx="260">
                  <c:v>30.714501458951769</c:v>
                </c:pt>
                <c:pt idx="261">
                  <c:v>26.338991252947231</c:v>
                </c:pt>
                <c:pt idx="262">
                  <c:v>26.875582324251521</c:v>
                </c:pt>
                <c:pt idx="263">
                  <c:v>29.201326281977831</c:v>
                </c:pt>
                <c:pt idx="264">
                  <c:v>27.6127801825426</c:v>
                </c:pt>
                <c:pt idx="265">
                  <c:v>30.366875689532829</c:v>
                </c:pt>
                <c:pt idx="266">
                  <c:v>30.68250515294746</c:v>
                </c:pt>
                <c:pt idx="267">
                  <c:v>31.196948717671649</c:v>
                </c:pt>
                <c:pt idx="268">
                  <c:v>30.82331567141112</c:v>
                </c:pt>
                <c:pt idx="269">
                  <c:v>32.056022083846891</c:v>
                </c:pt>
                <c:pt idx="270">
                  <c:v>32.583025514934157</c:v>
                </c:pt>
                <c:pt idx="271">
                  <c:v>31.392414773568522</c:v>
                </c:pt>
                <c:pt idx="272">
                  <c:v>32.255894084071947</c:v>
                </c:pt>
                <c:pt idx="273">
                  <c:v>30.404161251649061</c:v>
                </c:pt>
                <c:pt idx="274">
                  <c:v>28.41047433101798</c:v>
                </c:pt>
                <c:pt idx="275">
                  <c:v>31.007225226916631</c:v>
                </c:pt>
                <c:pt idx="276">
                  <c:v>32.277635858395797</c:v>
                </c:pt>
                <c:pt idx="277">
                  <c:v>31.655618230893499</c:v>
                </c:pt>
                <c:pt idx="278">
                  <c:v>32.344220308067321</c:v>
                </c:pt>
                <c:pt idx="279">
                  <c:v>32.531871901557388</c:v>
                </c:pt>
                <c:pt idx="280">
                  <c:v>32.8831582272296</c:v>
                </c:pt>
                <c:pt idx="281">
                  <c:v>32.764868907863267</c:v>
                </c:pt>
                <c:pt idx="282">
                  <c:v>32.44866752365968</c:v>
                </c:pt>
                <c:pt idx="283">
                  <c:v>31.31493639232086</c:v>
                </c:pt>
                <c:pt idx="284">
                  <c:v>29.926089549790941</c:v>
                </c:pt>
                <c:pt idx="285">
                  <c:v>29.419931852145591</c:v>
                </c:pt>
                <c:pt idx="286">
                  <c:v>28.85285202719766</c:v>
                </c:pt>
                <c:pt idx="287">
                  <c:v>27.223865536874978</c:v>
                </c:pt>
                <c:pt idx="288">
                  <c:v>27.531116390277269</c:v>
                </c:pt>
                <c:pt idx="289">
                  <c:v>28.467004146901331</c:v>
                </c:pt>
                <c:pt idx="290">
                  <c:v>28.682749511592551</c:v>
                </c:pt>
                <c:pt idx="291">
                  <c:v>27.389402739463751</c:v>
                </c:pt>
                <c:pt idx="292">
                  <c:v>29.38955823854571</c:v>
                </c:pt>
                <c:pt idx="293">
                  <c:v>30.410324006875509</c:v>
                </c:pt>
                <c:pt idx="294">
                  <c:v>32.280478232305441</c:v>
                </c:pt>
                <c:pt idx="295">
                  <c:v>32.611416717057637</c:v>
                </c:pt>
                <c:pt idx="296">
                  <c:v>32.290711926468617</c:v>
                </c:pt>
                <c:pt idx="297">
                  <c:v>32.984088252063003</c:v>
                </c:pt>
                <c:pt idx="298">
                  <c:v>33.159165955663873</c:v>
                </c:pt>
                <c:pt idx="299">
                  <c:v>32.942422852530093</c:v>
                </c:pt>
                <c:pt idx="300">
                  <c:v>33.758278609690457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A9-43D7-A0D1-A30C571A99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Q(3/5)</c:v>
                </c:pt>
              </c:strCache>
            </c:strRef>
          </c:tx>
          <c:spPr>
            <a:ln w="254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Sheet1!$D$2:$D$302</c:f>
              <c:numCache>
                <c:formatCode>General</c:formatCode>
                <c:ptCount val="301"/>
                <c:pt idx="0">
                  <c:v>1</c:v>
                </c:pt>
                <c:pt idx="1">
                  <c:v>1.2733930145961561</c:v>
                </c:pt>
                <c:pt idx="2">
                  <c:v>1.3717320883920801</c:v>
                </c:pt>
                <c:pt idx="3">
                  <c:v>1.251542856955447</c:v>
                </c:pt>
                <c:pt idx="4">
                  <c:v>1.279631353181002</c:v>
                </c:pt>
                <c:pt idx="5">
                  <c:v>1.4452104957274321</c:v>
                </c:pt>
                <c:pt idx="6">
                  <c:v>1.482591558304309</c:v>
                </c:pt>
                <c:pt idx="7">
                  <c:v>1.2846651123231589</c:v>
                </c:pt>
                <c:pt idx="8">
                  <c:v>1.272161593070656</c:v>
                </c:pt>
                <c:pt idx="9">
                  <c:v>1.114088163901898</c:v>
                </c:pt>
                <c:pt idx="10">
                  <c:v>1.2681026107044051</c:v>
                </c:pt>
                <c:pt idx="11">
                  <c:v>1.4188957093140071</c:v>
                </c:pt>
                <c:pt idx="12">
                  <c:v>1.4271702732873739</c:v>
                </c:pt>
                <c:pt idx="13">
                  <c:v>1.629212871110393</c:v>
                </c:pt>
                <c:pt idx="14">
                  <c:v>1.6687907079485971</c:v>
                </c:pt>
                <c:pt idx="15">
                  <c:v>1.7890847242860251</c:v>
                </c:pt>
                <c:pt idx="16">
                  <c:v>1.507246389018114</c:v>
                </c:pt>
                <c:pt idx="17">
                  <c:v>1.484433445853871</c:v>
                </c:pt>
                <c:pt idx="18">
                  <c:v>1.308120843180729</c:v>
                </c:pt>
                <c:pt idx="19">
                  <c:v>1.315243526243224</c:v>
                </c:pt>
                <c:pt idx="20">
                  <c:v>1.3482552751525989</c:v>
                </c:pt>
                <c:pt idx="21">
                  <c:v>1.150616066322963</c:v>
                </c:pt>
                <c:pt idx="22">
                  <c:v>1.1918440250360549</c:v>
                </c:pt>
                <c:pt idx="23">
                  <c:v>1.2309942313886371</c:v>
                </c:pt>
                <c:pt idx="24">
                  <c:v>1.046620360754317</c:v>
                </c:pt>
                <c:pt idx="25">
                  <c:v>1.0112714549624491</c:v>
                </c:pt>
                <c:pt idx="26">
                  <c:v>1.0460056175296459</c:v>
                </c:pt>
                <c:pt idx="27">
                  <c:v>0.92073107835031465</c:v>
                </c:pt>
                <c:pt idx="28">
                  <c:v>1.026818206898118</c:v>
                </c:pt>
                <c:pt idx="29">
                  <c:v>1.1004222379358111</c:v>
                </c:pt>
                <c:pt idx="30">
                  <c:v>1.1434062678255179</c:v>
                </c:pt>
                <c:pt idx="31">
                  <c:v>1.144739144340658</c:v>
                </c:pt>
                <c:pt idx="32">
                  <c:v>1.177555478955181</c:v>
                </c:pt>
                <c:pt idx="33">
                  <c:v>1.0659299048227999</c:v>
                </c:pt>
                <c:pt idx="34">
                  <c:v>1.048733134751463</c:v>
                </c:pt>
                <c:pt idx="35">
                  <c:v>1.0461023942185059</c:v>
                </c:pt>
                <c:pt idx="36">
                  <c:v>1.0762886638018121</c:v>
                </c:pt>
                <c:pt idx="37">
                  <c:v>1.046947052627359</c:v>
                </c:pt>
                <c:pt idx="38">
                  <c:v>1.062190794210236</c:v>
                </c:pt>
                <c:pt idx="39">
                  <c:v>1.04531073975176</c:v>
                </c:pt>
                <c:pt idx="40">
                  <c:v>1.090024471066247</c:v>
                </c:pt>
                <c:pt idx="41">
                  <c:v>1.0164283841061841</c:v>
                </c:pt>
                <c:pt idx="42">
                  <c:v>0.98566618871231071</c:v>
                </c:pt>
                <c:pt idx="43">
                  <c:v>0.9474212978159573</c:v>
                </c:pt>
                <c:pt idx="44">
                  <c:v>1.0286585249035869</c:v>
                </c:pt>
                <c:pt idx="45">
                  <c:v>1.071076374856053</c:v>
                </c:pt>
                <c:pt idx="46">
                  <c:v>1.0886186017588131</c:v>
                </c:pt>
                <c:pt idx="47">
                  <c:v>1.159058245302758</c:v>
                </c:pt>
                <c:pt idx="48">
                  <c:v>1.200863609346789</c:v>
                </c:pt>
                <c:pt idx="49">
                  <c:v>1.4126856023841849</c:v>
                </c:pt>
                <c:pt idx="50">
                  <c:v>1.629851633293226</c:v>
                </c:pt>
                <c:pt idx="51">
                  <c:v>1.537370321760291</c:v>
                </c:pt>
                <c:pt idx="52">
                  <c:v>1.449907613871616</c:v>
                </c:pt>
                <c:pt idx="53">
                  <c:v>1.5692323934154779</c:v>
                </c:pt>
                <c:pt idx="54">
                  <c:v>1.7575277110495371</c:v>
                </c:pt>
                <c:pt idx="55">
                  <c:v>2.0360016061565811</c:v>
                </c:pt>
                <c:pt idx="56">
                  <c:v>1.9341471970388131</c:v>
                </c:pt>
                <c:pt idx="57">
                  <c:v>2.2544552584393869</c:v>
                </c:pt>
                <c:pt idx="58">
                  <c:v>2.3944766736838359</c:v>
                </c:pt>
                <c:pt idx="59">
                  <c:v>2.8069192640103902</c:v>
                </c:pt>
                <c:pt idx="60">
                  <c:v>2.8487949536036168</c:v>
                </c:pt>
                <c:pt idx="61">
                  <c:v>2.8340684056940608</c:v>
                </c:pt>
                <c:pt idx="62">
                  <c:v>2.8149330364230019</c:v>
                </c:pt>
                <c:pt idx="63">
                  <c:v>2.8708937942029902</c:v>
                </c:pt>
                <c:pt idx="64">
                  <c:v>3.002699587085075</c:v>
                </c:pt>
                <c:pt idx="65">
                  <c:v>2.7033067441783318</c:v>
                </c:pt>
                <c:pt idx="66">
                  <c:v>2.557366570362912</c:v>
                </c:pt>
                <c:pt idx="67">
                  <c:v>2.4578834034964601</c:v>
                </c:pt>
                <c:pt idx="68">
                  <c:v>2.615630644448125</c:v>
                </c:pt>
                <c:pt idx="69">
                  <c:v>2.7620282509444021</c:v>
                </c:pt>
                <c:pt idx="70">
                  <c:v>2.764510473783623</c:v>
                </c:pt>
                <c:pt idx="71">
                  <c:v>3.004972416414911</c:v>
                </c:pt>
                <c:pt idx="72">
                  <c:v>2.9886985772262231</c:v>
                </c:pt>
                <c:pt idx="73">
                  <c:v>2.9797240515387942</c:v>
                </c:pt>
                <c:pt idx="74">
                  <c:v>3.097034302439202</c:v>
                </c:pt>
                <c:pt idx="75">
                  <c:v>3.443844524973775</c:v>
                </c:pt>
                <c:pt idx="76">
                  <c:v>3.6575088389239889</c:v>
                </c:pt>
                <c:pt idx="77">
                  <c:v>4.199922890819181</c:v>
                </c:pt>
                <c:pt idx="78">
                  <c:v>4.3557709768062969</c:v>
                </c:pt>
                <c:pt idx="79">
                  <c:v>4.7240899044449511</c:v>
                </c:pt>
                <c:pt idx="80">
                  <c:v>4.5985923783737839</c:v>
                </c:pt>
                <c:pt idx="81">
                  <c:v>4.6654983931589458</c:v>
                </c:pt>
                <c:pt idx="82">
                  <c:v>4.3297480234852719</c:v>
                </c:pt>
                <c:pt idx="83">
                  <c:v>3.872804709611354</c:v>
                </c:pt>
                <c:pt idx="84">
                  <c:v>3.8809373011833919</c:v>
                </c:pt>
                <c:pt idx="85">
                  <c:v>3.4723126744907131</c:v>
                </c:pt>
                <c:pt idx="86">
                  <c:v>3.828347188024662</c:v>
                </c:pt>
                <c:pt idx="87">
                  <c:v>3.653760514107272</c:v>
                </c:pt>
                <c:pt idx="88">
                  <c:v>3.8285257856601169</c:v>
                </c:pt>
                <c:pt idx="89">
                  <c:v>3.8584586274389538</c:v>
                </c:pt>
                <c:pt idx="90">
                  <c:v>3.6254297861963991</c:v>
                </c:pt>
                <c:pt idx="91">
                  <c:v>3.3994734722179452</c:v>
                </c:pt>
                <c:pt idx="92">
                  <c:v>2.9327218892266518</c:v>
                </c:pt>
                <c:pt idx="93">
                  <c:v>2.7554538300318541</c:v>
                </c:pt>
                <c:pt idx="94">
                  <c:v>1.976020474194969</c:v>
                </c:pt>
                <c:pt idx="95">
                  <c:v>1.996436699355798</c:v>
                </c:pt>
                <c:pt idx="96">
                  <c:v>2.2238130178187201</c:v>
                </c:pt>
                <c:pt idx="97">
                  <c:v>2.4125406207775302</c:v>
                </c:pt>
                <c:pt idx="98">
                  <c:v>2.4246851471438058</c:v>
                </c:pt>
                <c:pt idx="99">
                  <c:v>2.7481284152719581</c:v>
                </c:pt>
                <c:pt idx="100">
                  <c:v>3.397990741771312</c:v>
                </c:pt>
                <c:pt idx="101">
                  <c:v>3.6003109028283049</c:v>
                </c:pt>
                <c:pt idx="102">
                  <c:v>3.4699514898089219</c:v>
                </c:pt>
                <c:pt idx="103">
                  <c:v>3.6793940730475239</c:v>
                </c:pt>
                <c:pt idx="104">
                  <c:v>3.7521208074944918</c:v>
                </c:pt>
                <c:pt idx="105">
                  <c:v>3.7038833185801638</c:v>
                </c:pt>
                <c:pt idx="106">
                  <c:v>3.5403315679506551</c:v>
                </c:pt>
                <c:pt idx="107">
                  <c:v>3.4158980943405099</c:v>
                </c:pt>
                <c:pt idx="108">
                  <c:v>3.7720240051721148</c:v>
                </c:pt>
                <c:pt idx="109">
                  <c:v>3.7545405454167882</c:v>
                </c:pt>
                <c:pt idx="110">
                  <c:v>3.9016679950556941</c:v>
                </c:pt>
                <c:pt idx="111">
                  <c:v>4.0700757942534667</c:v>
                </c:pt>
                <c:pt idx="112">
                  <c:v>4.2375493499684032</c:v>
                </c:pt>
                <c:pt idx="113">
                  <c:v>3.8401142196078308</c:v>
                </c:pt>
                <c:pt idx="114">
                  <c:v>3.9188118092218982</c:v>
                </c:pt>
                <c:pt idx="115">
                  <c:v>3.9863867410606728</c:v>
                </c:pt>
                <c:pt idx="116">
                  <c:v>3.887167008027606</c:v>
                </c:pt>
                <c:pt idx="117">
                  <c:v>4.1188898102488603</c:v>
                </c:pt>
                <c:pt idx="118">
                  <c:v>4.4022657429531717</c:v>
                </c:pt>
                <c:pt idx="119">
                  <c:v>4.1663849696411583</c:v>
                </c:pt>
                <c:pt idx="120">
                  <c:v>4.2747346684681267</c:v>
                </c:pt>
                <c:pt idx="121">
                  <c:v>4.4149193046223267</c:v>
                </c:pt>
                <c:pt idx="122">
                  <c:v>4.1815681061245904</c:v>
                </c:pt>
                <c:pt idx="123">
                  <c:v>4.4267882139154011</c:v>
                </c:pt>
                <c:pt idx="124">
                  <c:v>4.3680953608225721</c:v>
                </c:pt>
                <c:pt idx="125">
                  <c:v>4.1292092155905866</c:v>
                </c:pt>
                <c:pt idx="126">
                  <c:v>4.1138463612573606</c:v>
                </c:pt>
                <c:pt idx="127">
                  <c:v>4.4573516381921214</c:v>
                </c:pt>
                <c:pt idx="128">
                  <c:v>3.9655188157822492</c:v>
                </c:pt>
                <c:pt idx="129">
                  <c:v>3.503458273120454</c:v>
                </c:pt>
                <c:pt idx="130">
                  <c:v>3.872437163264522</c:v>
                </c:pt>
                <c:pt idx="131">
                  <c:v>3.897405623081879</c:v>
                </c:pt>
                <c:pt idx="132">
                  <c:v>4.0735782831940472</c:v>
                </c:pt>
                <c:pt idx="133">
                  <c:v>4.407397904154541</c:v>
                </c:pt>
                <c:pt idx="134">
                  <c:v>4.9517620612388296</c:v>
                </c:pt>
                <c:pt idx="135">
                  <c:v>4.7404491095453141</c:v>
                </c:pt>
                <c:pt idx="136">
                  <c:v>4.5395465474913772</c:v>
                </c:pt>
                <c:pt idx="137">
                  <c:v>4.3085675163803367</c:v>
                </c:pt>
                <c:pt idx="138">
                  <c:v>4.4888957309909943</c:v>
                </c:pt>
                <c:pt idx="139">
                  <c:v>4.3950343566491377</c:v>
                </c:pt>
                <c:pt idx="140">
                  <c:v>4.6877377453806126</c:v>
                </c:pt>
                <c:pt idx="141">
                  <c:v>4.9265650801124981</c:v>
                </c:pt>
                <c:pt idx="142">
                  <c:v>4.7597565145561198</c:v>
                </c:pt>
                <c:pt idx="143">
                  <c:v>4.6616263779978144</c:v>
                </c:pt>
                <c:pt idx="144">
                  <c:v>4.6997621601974107</c:v>
                </c:pt>
                <c:pt idx="145">
                  <c:v>4.8636312397429959</c:v>
                </c:pt>
                <c:pt idx="146">
                  <c:v>5.0797402544013162</c:v>
                </c:pt>
                <c:pt idx="147">
                  <c:v>5.2763568882647096</c:v>
                </c:pt>
                <c:pt idx="148">
                  <c:v>5.5029061648387012</c:v>
                </c:pt>
                <c:pt idx="149">
                  <c:v>5.7413470882045958</c:v>
                </c:pt>
                <c:pt idx="150">
                  <c:v>5.1265034874467386</c:v>
                </c:pt>
                <c:pt idx="151">
                  <c:v>5.4468374825643151</c:v>
                </c:pt>
                <c:pt idx="152">
                  <c:v>5.1789926127075301</c:v>
                </c:pt>
                <c:pt idx="153">
                  <c:v>5.3625124269501478</c:v>
                </c:pt>
                <c:pt idx="154">
                  <c:v>5.3651539043687926</c:v>
                </c:pt>
                <c:pt idx="155">
                  <c:v>5.2381944985564184</c:v>
                </c:pt>
                <c:pt idx="156">
                  <c:v>5.1446858777926634</c:v>
                </c:pt>
                <c:pt idx="157">
                  <c:v>5.3268209422486441</c:v>
                </c:pt>
                <c:pt idx="158">
                  <c:v>5.4974373141780326</c:v>
                </c:pt>
                <c:pt idx="159">
                  <c:v>5.7241126921791823</c:v>
                </c:pt>
                <c:pt idx="160">
                  <c:v>5.9128569864206613</c:v>
                </c:pt>
                <c:pt idx="161">
                  <c:v>5.9088684078713456</c:v>
                </c:pt>
                <c:pt idx="162">
                  <c:v>5.7773513170374304</c:v>
                </c:pt>
                <c:pt idx="163">
                  <c:v>5.8337360513741876</c:v>
                </c:pt>
                <c:pt idx="164">
                  <c:v>5.9201456087544102</c:v>
                </c:pt>
                <c:pt idx="165">
                  <c:v>5.857503839432546</c:v>
                </c:pt>
                <c:pt idx="166">
                  <c:v>5.6712450522361282</c:v>
                </c:pt>
                <c:pt idx="167">
                  <c:v>5.6586124100245474</c:v>
                </c:pt>
                <c:pt idx="168">
                  <c:v>5.716953980523364</c:v>
                </c:pt>
                <c:pt idx="169">
                  <c:v>6.2037481698468797</c:v>
                </c:pt>
                <c:pt idx="170">
                  <c:v>6.6384791985166274</c:v>
                </c:pt>
                <c:pt idx="171">
                  <c:v>7.1596246889069963</c:v>
                </c:pt>
                <c:pt idx="172">
                  <c:v>7.5744228812996726</c:v>
                </c:pt>
                <c:pt idx="173">
                  <c:v>7.8697692715285088</c:v>
                </c:pt>
                <c:pt idx="174">
                  <c:v>8.1892570397681297</c:v>
                </c:pt>
                <c:pt idx="175">
                  <c:v>8.191576484629099</c:v>
                </c:pt>
                <c:pt idx="176">
                  <c:v>7.6823513885149071</c:v>
                </c:pt>
                <c:pt idx="177">
                  <c:v>7.9780262077348336</c:v>
                </c:pt>
                <c:pt idx="178">
                  <c:v>8.1191719470252472</c:v>
                </c:pt>
                <c:pt idx="179">
                  <c:v>8.0636841902275336</c:v>
                </c:pt>
                <c:pt idx="180">
                  <c:v>8.1617077259450426</c:v>
                </c:pt>
                <c:pt idx="181">
                  <c:v>7.916073517878969</c:v>
                </c:pt>
                <c:pt idx="182">
                  <c:v>7.8220751684013434</c:v>
                </c:pt>
                <c:pt idx="183">
                  <c:v>8.2802997352263272</c:v>
                </c:pt>
                <c:pt idx="184">
                  <c:v>8.5725087363336527</c:v>
                </c:pt>
                <c:pt idx="185">
                  <c:v>8.5229293803891402</c:v>
                </c:pt>
                <c:pt idx="186">
                  <c:v>8.4768041222286357</c:v>
                </c:pt>
                <c:pt idx="187">
                  <c:v>9.0521687213318209</c:v>
                </c:pt>
                <c:pt idx="188">
                  <c:v>8.6321573081959162</c:v>
                </c:pt>
                <c:pt idx="189">
                  <c:v>9.0710883127665571</c:v>
                </c:pt>
                <c:pt idx="190">
                  <c:v>8.4056764296158857</c:v>
                </c:pt>
                <c:pt idx="191">
                  <c:v>8.1445528250685868</c:v>
                </c:pt>
                <c:pt idx="192">
                  <c:v>8.6769731291144279</c:v>
                </c:pt>
                <c:pt idx="193">
                  <c:v>8.5288163864327675</c:v>
                </c:pt>
                <c:pt idx="194">
                  <c:v>8.4788900899915252</c:v>
                </c:pt>
                <c:pt idx="195">
                  <c:v>8.6003159226828441</c:v>
                </c:pt>
                <c:pt idx="196">
                  <c:v>8.7348861230664543</c:v>
                </c:pt>
                <c:pt idx="197">
                  <c:v>9.0784597851775359</c:v>
                </c:pt>
                <c:pt idx="198">
                  <c:v>9.1651480431210164</c:v>
                </c:pt>
                <c:pt idx="199">
                  <c:v>8.8346672744465486</c:v>
                </c:pt>
                <c:pt idx="200">
                  <c:v>8.851980473636587</c:v>
                </c:pt>
                <c:pt idx="201">
                  <c:v>8.3709328565066858</c:v>
                </c:pt>
                <c:pt idx="202">
                  <c:v>8.623971467224294</c:v>
                </c:pt>
                <c:pt idx="203">
                  <c:v>8.9523305951758498</c:v>
                </c:pt>
                <c:pt idx="204">
                  <c:v>8.9571384797347022</c:v>
                </c:pt>
                <c:pt idx="205">
                  <c:v>9.9595985713893782</c:v>
                </c:pt>
                <c:pt idx="206">
                  <c:v>9.5386478189838737</c:v>
                </c:pt>
                <c:pt idx="207">
                  <c:v>9.7405538264158213</c:v>
                </c:pt>
                <c:pt idx="208">
                  <c:v>10.1329226260696</c:v>
                </c:pt>
                <c:pt idx="209">
                  <c:v>10.28449598929385</c:v>
                </c:pt>
                <c:pt idx="210">
                  <c:v>9.4735986028361356</c:v>
                </c:pt>
                <c:pt idx="211">
                  <c:v>9.1826224442240463</c:v>
                </c:pt>
                <c:pt idx="212">
                  <c:v>9.4878472506470501</c:v>
                </c:pt>
                <c:pt idx="213">
                  <c:v>9.4882616548915024</c:v>
                </c:pt>
                <c:pt idx="214">
                  <c:v>7.5164788190567373</c:v>
                </c:pt>
                <c:pt idx="215">
                  <c:v>8.2308548190407915</c:v>
                </c:pt>
                <c:pt idx="216">
                  <c:v>8.2387279578775843</c:v>
                </c:pt>
                <c:pt idx="217">
                  <c:v>9.0834888265504361</c:v>
                </c:pt>
                <c:pt idx="218">
                  <c:v>9.0225664164920012</c:v>
                </c:pt>
                <c:pt idx="219">
                  <c:v>8.99924157621159</c:v>
                </c:pt>
                <c:pt idx="220">
                  <c:v>9.599317686164234</c:v>
                </c:pt>
                <c:pt idx="221">
                  <c:v>9.0680491926913636</c:v>
                </c:pt>
                <c:pt idx="222">
                  <c:v>9.290273876385239</c:v>
                </c:pt>
                <c:pt idx="223">
                  <c:v>8.343166348281903</c:v>
                </c:pt>
                <c:pt idx="224">
                  <c:v>8.3315855975629951</c:v>
                </c:pt>
                <c:pt idx="225">
                  <c:v>8.6829986465685547</c:v>
                </c:pt>
                <c:pt idx="226">
                  <c:v>8.7200218439952302</c:v>
                </c:pt>
                <c:pt idx="227">
                  <c:v>8.7459187403140195</c:v>
                </c:pt>
                <c:pt idx="228">
                  <c:v>9.241111640287432</c:v>
                </c:pt>
                <c:pt idx="229">
                  <c:v>8.9056165054112242</c:v>
                </c:pt>
                <c:pt idx="230">
                  <c:v>8.3229358236235864</c:v>
                </c:pt>
                <c:pt idx="231">
                  <c:v>7.1428405939076596</c:v>
                </c:pt>
                <c:pt idx="232">
                  <c:v>8.7052524094339425</c:v>
                </c:pt>
                <c:pt idx="233">
                  <c:v>9.5351721305713557</c:v>
                </c:pt>
                <c:pt idx="234">
                  <c:v>9.4598281488983904</c:v>
                </c:pt>
                <c:pt idx="235">
                  <c:v>10.38206316126187</c:v>
                </c:pt>
                <c:pt idx="236">
                  <c:v>10.650670376973711</c:v>
                </c:pt>
                <c:pt idx="237">
                  <c:v>10.934265943045901</c:v>
                </c:pt>
                <c:pt idx="238">
                  <c:v>10.59125146795582</c:v>
                </c:pt>
                <c:pt idx="239">
                  <c:v>11.97227952669388</c:v>
                </c:pt>
                <c:pt idx="240">
                  <c:v>12.7060906478916</c:v>
                </c:pt>
                <c:pt idx="241">
                  <c:v>12.86991817356583</c:v>
                </c:pt>
                <c:pt idx="242">
                  <c:v>13.181920922619099</c:v>
                </c:pt>
                <c:pt idx="243">
                  <c:v>14.21574448704305</c:v>
                </c:pt>
                <c:pt idx="244">
                  <c:v>14.834113202927909</c:v>
                </c:pt>
                <c:pt idx="245">
                  <c:v>15.30332024262955</c:v>
                </c:pt>
                <c:pt idx="246">
                  <c:v>16.260983895673231</c:v>
                </c:pt>
                <c:pt idx="247">
                  <c:v>15.86910826975123</c:v>
                </c:pt>
                <c:pt idx="248">
                  <c:v>15.3162818673679</c:v>
                </c:pt>
                <c:pt idx="249">
                  <c:v>14.78894979875818</c:v>
                </c:pt>
                <c:pt idx="250">
                  <c:v>14.667917852876901</c:v>
                </c:pt>
                <c:pt idx="251">
                  <c:v>13.04534350151261</c:v>
                </c:pt>
                <c:pt idx="252">
                  <c:v>14.758178044401809</c:v>
                </c:pt>
                <c:pt idx="253">
                  <c:v>13.269224825909889</c:v>
                </c:pt>
                <c:pt idx="254">
                  <c:v>13.73579623485827</c:v>
                </c:pt>
                <c:pt idx="255">
                  <c:v>14.731108714663559</c:v>
                </c:pt>
                <c:pt idx="256">
                  <c:v>14.808754196729391</c:v>
                </c:pt>
                <c:pt idx="257">
                  <c:v>14.383218014182489</c:v>
                </c:pt>
                <c:pt idx="258">
                  <c:v>11.889082095465961</c:v>
                </c:pt>
                <c:pt idx="259">
                  <c:v>12.706694970610849</c:v>
                </c:pt>
                <c:pt idx="260">
                  <c:v>12.838222412022329</c:v>
                </c:pt>
                <c:pt idx="261">
                  <c:v>10.65092110726683</c:v>
                </c:pt>
                <c:pt idx="262">
                  <c:v>11.037778627017509</c:v>
                </c:pt>
                <c:pt idx="263">
                  <c:v>11.99936213291657</c:v>
                </c:pt>
                <c:pt idx="264">
                  <c:v>11.36493641222801</c:v>
                </c:pt>
                <c:pt idx="265">
                  <c:v>12.44624865329193</c:v>
                </c:pt>
                <c:pt idx="266">
                  <c:v>12.54534653298993</c:v>
                </c:pt>
                <c:pt idx="267">
                  <c:v>12.63742733679018</c:v>
                </c:pt>
                <c:pt idx="268">
                  <c:v>12.614554736849049</c:v>
                </c:pt>
                <c:pt idx="269">
                  <c:v>13.274373821822181</c:v>
                </c:pt>
                <c:pt idx="270">
                  <c:v>13.73772580939516</c:v>
                </c:pt>
                <c:pt idx="271">
                  <c:v>13.24946805738133</c:v>
                </c:pt>
                <c:pt idx="272">
                  <c:v>13.340308734723919</c:v>
                </c:pt>
                <c:pt idx="273">
                  <c:v>12.55165291555709</c:v>
                </c:pt>
                <c:pt idx="274">
                  <c:v>11.54003196841172</c:v>
                </c:pt>
                <c:pt idx="275">
                  <c:v>12.491630822144179</c:v>
                </c:pt>
                <c:pt idx="276">
                  <c:v>12.960551313227789</c:v>
                </c:pt>
                <c:pt idx="277">
                  <c:v>12.4959377617072</c:v>
                </c:pt>
                <c:pt idx="278">
                  <c:v>12.802624945439151</c:v>
                </c:pt>
                <c:pt idx="279">
                  <c:v>13.12282975430883</c:v>
                </c:pt>
                <c:pt idx="280">
                  <c:v>13.030196406386301</c:v>
                </c:pt>
                <c:pt idx="281">
                  <c:v>13.028252757832171</c:v>
                </c:pt>
                <c:pt idx="282">
                  <c:v>12.90538721604557</c:v>
                </c:pt>
                <c:pt idx="283">
                  <c:v>12.419438074195471</c:v>
                </c:pt>
                <c:pt idx="284">
                  <c:v>11.89857640652601</c:v>
                </c:pt>
                <c:pt idx="285">
                  <c:v>11.823728003705421</c:v>
                </c:pt>
                <c:pt idx="286">
                  <c:v>11.464745998611569</c:v>
                </c:pt>
                <c:pt idx="287">
                  <c:v>10.51904342737736</c:v>
                </c:pt>
                <c:pt idx="288">
                  <c:v>10.67559250010509</c:v>
                </c:pt>
                <c:pt idx="289">
                  <c:v>11.20940779779677</c:v>
                </c:pt>
                <c:pt idx="290">
                  <c:v>11.43476997545606</c:v>
                </c:pt>
                <c:pt idx="291">
                  <c:v>10.775878723808701</c:v>
                </c:pt>
                <c:pt idx="292">
                  <c:v>11.655385421720361</c:v>
                </c:pt>
                <c:pt idx="293">
                  <c:v>11.922200318189841</c:v>
                </c:pt>
                <c:pt idx="294">
                  <c:v>12.609381548594399</c:v>
                </c:pt>
                <c:pt idx="295">
                  <c:v>12.92167052121159</c:v>
                </c:pt>
                <c:pt idx="296">
                  <c:v>12.770386255578931</c:v>
                </c:pt>
                <c:pt idx="297">
                  <c:v>13.08286934537964</c:v>
                </c:pt>
                <c:pt idx="298">
                  <c:v>13.166292916632059</c:v>
                </c:pt>
                <c:pt idx="299">
                  <c:v>12.93033358090204</c:v>
                </c:pt>
                <c:pt idx="300">
                  <c:v>13.0801865344795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A9-43D7-A0D1-A30C571A990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Q(4/5)</c:v>
                </c:pt>
              </c:strCache>
            </c:strRef>
          </c:tx>
          <c:spPr>
            <a:ln w="25400" cap="rnd">
              <a:solidFill>
                <a:srgbClr val="EB1B65"/>
              </a:solidFill>
              <a:round/>
            </a:ln>
            <a:effectLst/>
          </c:spPr>
          <c:marker>
            <c:symbol val="none"/>
          </c:marker>
          <c:cat>
            <c:numRef>
              <c:f>Sheet1!$G$2:$G$302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Sheet1!$E$2:$E$302</c:f>
              <c:numCache>
                <c:formatCode>General</c:formatCode>
                <c:ptCount val="301"/>
                <c:pt idx="0">
                  <c:v>1</c:v>
                </c:pt>
                <c:pt idx="1">
                  <c:v>1.3013870704077439</c:v>
                </c:pt>
                <c:pt idx="2">
                  <c:v>1.3954032456089389</c:v>
                </c:pt>
                <c:pt idx="3">
                  <c:v>1.2480782424347561</c:v>
                </c:pt>
                <c:pt idx="4">
                  <c:v>1.273929375194869</c:v>
                </c:pt>
                <c:pt idx="5">
                  <c:v>1.461955897058594</c:v>
                </c:pt>
                <c:pt idx="6">
                  <c:v>1.453844113822113</c:v>
                </c:pt>
                <c:pt idx="7">
                  <c:v>1.2277225405559291</c:v>
                </c:pt>
                <c:pt idx="8">
                  <c:v>1.157963544740535</c:v>
                </c:pt>
                <c:pt idx="9">
                  <c:v>0.92905505226582163</c:v>
                </c:pt>
                <c:pt idx="10">
                  <c:v>1.1450476070931159</c:v>
                </c:pt>
                <c:pt idx="11">
                  <c:v>1.1967526883639099</c:v>
                </c:pt>
                <c:pt idx="12">
                  <c:v>1.1385922983169501</c:v>
                </c:pt>
                <c:pt idx="13">
                  <c:v>1.229451078041006</c:v>
                </c:pt>
                <c:pt idx="14">
                  <c:v>1.179153912737221</c:v>
                </c:pt>
                <c:pt idx="15">
                  <c:v>1.225096612541654</c:v>
                </c:pt>
                <c:pt idx="16">
                  <c:v>1.0878342473138809</c:v>
                </c:pt>
                <c:pt idx="17">
                  <c:v>1.068014660382206</c:v>
                </c:pt>
                <c:pt idx="18">
                  <c:v>0.92918121618863081</c:v>
                </c:pt>
                <c:pt idx="19">
                  <c:v>0.93526017343682954</c:v>
                </c:pt>
                <c:pt idx="20">
                  <c:v>0.96484966667667016</c:v>
                </c:pt>
                <c:pt idx="21">
                  <c:v>0.77675072330493633</c:v>
                </c:pt>
                <c:pt idx="22">
                  <c:v>0.77794204908411024</c:v>
                </c:pt>
                <c:pt idx="23">
                  <c:v>0.78700992028991745</c:v>
                </c:pt>
                <c:pt idx="24">
                  <c:v>0.68147279477481004</c:v>
                </c:pt>
                <c:pt idx="25">
                  <c:v>0.64756394831464592</c:v>
                </c:pt>
                <c:pt idx="26">
                  <c:v>0.65349613470480006</c:v>
                </c:pt>
                <c:pt idx="27">
                  <c:v>0.55624563845240382</c:v>
                </c:pt>
                <c:pt idx="28">
                  <c:v>0.60854968725218217</c:v>
                </c:pt>
                <c:pt idx="29">
                  <c:v>0.65470231225076403</c:v>
                </c:pt>
                <c:pt idx="30">
                  <c:v>0.68755949529813343</c:v>
                </c:pt>
                <c:pt idx="31">
                  <c:v>0.69109943222356929</c:v>
                </c:pt>
                <c:pt idx="32">
                  <c:v>0.67641182985998649</c:v>
                </c:pt>
                <c:pt idx="33">
                  <c:v>0.61824185215997585</c:v>
                </c:pt>
                <c:pt idx="34">
                  <c:v>0.61810559063363868</c:v>
                </c:pt>
                <c:pt idx="35">
                  <c:v>0.60713015387935609</c:v>
                </c:pt>
                <c:pt idx="36">
                  <c:v>0.61719076926682315</c:v>
                </c:pt>
                <c:pt idx="37">
                  <c:v>0.60835310390662167</c:v>
                </c:pt>
                <c:pt idx="38">
                  <c:v>0.59633535763635748</c:v>
                </c:pt>
                <c:pt idx="39">
                  <c:v>0.59536946468369989</c:v>
                </c:pt>
                <c:pt idx="40">
                  <c:v>0.61561805006845527</c:v>
                </c:pt>
                <c:pt idx="41">
                  <c:v>0.58039126981805444</c:v>
                </c:pt>
                <c:pt idx="42">
                  <c:v>0.5759995135895537</c:v>
                </c:pt>
                <c:pt idx="43">
                  <c:v>0.53052661551790237</c:v>
                </c:pt>
                <c:pt idx="44">
                  <c:v>0.55389684938536199</c:v>
                </c:pt>
                <c:pt idx="45">
                  <c:v>0.58057075195488483</c:v>
                </c:pt>
                <c:pt idx="46">
                  <c:v>0.56777378826592606</c:v>
                </c:pt>
                <c:pt idx="47">
                  <c:v>0.59296440666463113</c:v>
                </c:pt>
                <c:pt idx="48">
                  <c:v>0.60670040248754908</c:v>
                </c:pt>
                <c:pt idx="49">
                  <c:v>0.75956197836080408</c:v>
                </c:pt>
                <c:pt idx="50">
                  <c:v>0.86808657672662259</c:v>
                </c:pt>
                <c:pt idx="51">
                  <c:v>0.82717887742362028</c:v>
                </c:pt>
                <c:pt idx="52">
                  <c:v>0.76326185333461993</c:v>
                </c:pt>
                <c:pt idx="53">
                  <c:v>0.83006881448459058</c:v>
                </c:pt>
                <c:pt idx="54">
                  <c:v>0.90802693519596589</c:v>
                </c:pt>
                <c:pt idx="55">
                  <c:v>1.085229419894135</c:v>
                </c:pt>
                <c:pt idx="56">
                  <c:v>1.022894643917492</c:v>
                </c:pt>
                <c:pt idx="57">
                  <c:v>1.165470686239912</c:v>
                </c:pt>
                <c:pt idx="58">
                  <c:v>1.247046588471296</c:v>
                </c:pt>
                <c:pt idx="59">
                  <c:v>1.4387474632826089</c:v>
                </c:pt>
                <c:pt idx="60">
                  <c:v>1.42425918214375</c:v>
                </c:pt>
                <c:pt idx="61">
                  <c:v>1.429647865350206</c:v>
                </c:pt>
                <c:pt idx="62">
                  <c:v>1.4345460494981761</c:v>
                </c:pt>
                <c:pt idx="63">
                  <c:v>1.438259754978219</c:v>
                </c:pt>
                <c:pt idx="64">
                  <c:v>1.4904186173110581</c:v>
                </c:pt>
                <c:pt idx="65">
                  <c:v>1.3449981990494171</c:v>
                </c:pt>
                <c:pt idx="66">
                  <c:v>1.2653488775108059</c:v>
                </c:pt>
                <c:pt idx="67">
                  <c:v>1.216907222669197</c:v>
                </c:pt>
                <c:pt idx="68">
                  <c:v>1.2638893078950231</c:v>
                </c:pt>
                <c:pt idx="69">
                  <c:v>1.349629487043166</c:v>
                </c:pt>
                <c:pt idx="70">
                  <c:v>1.334988452548441</c:v>
                </c:pt>
                <c:pt idx="71">
                  <c:v>1.4111585302232259</c:v>
                </c:pt>
                <c:pt idx="72">
                  <c:v>1.3523233820185501</c:v>
                </c:pt>
                <c:pt idx="73">
                  <c:v>1.3244495269877099</c:v>
                </c:pt>
                <c:pt idx="74">
                  <c:v>1.394505198249697</c:v>
                </c:pt>
                <c:pt idx="75">
                  <c:v>1.5344337698804431</c:v>
                </c:pt>
                <c:pt idx="76">
                  <c:v>1.612746369570099</c:v>
                </c:pt>
                <c:pt idx="77">
                  <c:v>1.8425578105065059</c:v>
                </c:pt>
                <c:pt idx="78">
                  <c:v>1.9213114000067419</c:v>
                </c:pt>
                <c:pt idx="79">
                  <c:v>2.020925524001961</c:v>
                </c:pt>
                <c:pt idx="80">
                  <c:v>1.957553727318005</c:v>
                </c:pt>
                <c:pt idx="81">
                  <c:v>1.930095766865138</c:v>
                </c:pt>
                <c:pt idx="82">
                  <c:v>1.8229259248770091</c:v>
                </c:pt>
                <c:pt idx="83">
                  <c:v>1.652688505661182</c:v>
                </c:pt>
                <c:pt idx="84">
                  <c:v>1.6223535567776071</c:v>
                </c:pt>
                <c:pt idx="85">
                  <c:v>1.413037310974824</c:v>
                </c:pt>
                <c:pt idx="86">
                  <c:v>1.5530285909105821</c:v>
                </c:pt>
                <c:pt idx="87">
                  <c:v>1.474078798703961</c:v>
                </c:pt>
                <c:pt idx="88">
                  <c:v>1.4757189138433211</c:v>
                </c:pt>
                <c:pt idx="89">
                  <c:v>1.484715091892455</c:v>
                </c:pt>
                <c:pt idx="90">
                  <c:v>1.356509596578843</c:v>
                </c:pt>
                <c:pt idx="91">
                  <c:v>1.2700397849159959</c:v>
                </c:pt>
                <c:pt idx="92">
                  <c:v>1.070611551148335</c:v>
                </c:pt>
                <c:pt idx="93">
                  <c:v>0.98742643738946101</c:v>
                </c:pt>
                <c:pt idx="94">
                  <c:v>0.67749906363948631</c:v>
                </c:pt>
                <c:pt idx="95">
                  <c:v>0.68594515265165479</c:v>
                </c:pt>
                <c:pt idx="96">
                  <c:v>0.71958999937555912</c:v>
                </c:pt>
                <c:pt idx="97">
                  <c:v>0.79423722514012396</c:v>
                </c:pt>
                <c:pt idx="98">
                  <c:v>0.82121844529328647</c:v>
                </c:pt>
                <c:pt idx="99">
                  <c:v>0.88467548967170639</c:v>
                </c:pt>
                <c:pt idx="100">
                  <c:v>1.096013374732977</c:v>
                </c:pt>
                <c:pt idx="101">
                  <c:v>1.143345925959188</c:v>
                </c:pt>
                <c:pt idx="102">
                  <c:v>1.0684136776959361</c:v>
                </c:pt>
                <c:pt idx="103">
                  <c:v>1.117280729671658</c:v>
                </c:pt>
                <c:pt idx="104">
                  <c:v>1.090817826598234</c:v>
                </c:pt>
                <c:pt idx="105">
                  <c:v>1.0318882420619231</c:v>
                </c:pt>
                <c:pt idx="106">
                  <c:v>0.979947346098619</c:v>
                </c:pt>
                <c:pt idx="107">
                  <c:v>0.946130520255554</c:v>
                </c:pt>
                <c:pt idx="108">
                  <c:v>1.016336424258053</c:v>
                </c:pt>
                <c:pt idx="109">
                  <c:v>0.98389395487399267</c:v>
                </c:pt>
                <c:pt idx="110">
                  <c:v>1.0263047049589149</c:v>
                </c:pt>
                <c:pt idx="111">
                  <c:v>1.009399664558756</c:v>
                </c:pt>
                <c:pt idx="112">
                  <c:v>0.97487643196792506</c:v>
                </c:pt>
                <c:pt idx="113">
                  <c:v>0.87946674637625832</c:v>
                </c:pt>
                <c:pt idx="114">
                  <c:v>0.88911530787440485</c:v>
                </c:pt>
                <c:pt idx="115">
                  <c:v>0.91495609712993631</c:v>
                </c:pt>
                <c:pt idx="116">
                  <c:v>0.89765050794971735</c:v>
                </c:pt>
                <c:pt idx="117">
                  <c:v>0.9363168908196039</c:v>
                </c:pt>
                <c:pt idx="118">
                  <c:v>0.98489755797521239</c:v>
                </c:pt>
                <c:pt idx="119">
                  <c:v>0.93032426300216942</c:v>
                </c:pt>
                <c:pt idx="120">
                  <c:v>0.96843976154034661</c:v>
                </c:pt>
                <c:pt idx="121">
                  <c:v>0.98034373345865133</c:v>
                </c:pt>
                <c:pt idx="122">
                  <c:v>0.95828589856616531</c:v>
                </c:pt>
                <c:pt idx="123">
                  <c:v>0.99456774503999568</c:v>
                </c:pt>
                <c:pt idx="124">
                  <c:v>0.95760694776016397</c:v>
                </c:pt>
                <c:pt idx="125">
                  <c:v>0.89904357416846492</c:v>
                </c:pt>
                <c:pt idx="126">
                  <c:v>0.89467793659005257</c:v>
                </c:pt>
                <c:pt idx="127">
                  <c:v>0.98485420196807838</c:v>
                </c:pt>
                <c:pt idx="128">
                  <c:v>0.90226742210064281</c:v>
                </c:pt>
                <c:pt idx="129">
                  <c:v>0.79120766357177874</c:v>
                </c:pt>
                <c:pt idx="130">
                  <c:v>0.89802892454047689</c:v>
                </c:pt>
                <c:pt idx="131">
                  <c:v>0.90635341580669515</c:v>
                </c:pt>
                <c:pt idx="132">
                  <c:v>0.96867940977415046</c:v>
                </c:pt>
                <c:pt idx="133">
                  <c:v>1.0478204245419309</c:v>
                </c:pt>
                <c:pt idx="134">
                  <c:v>1.1445505304949219</c:v>
                </c:pt>
                <c:pt idx="135">
                  <c:v>1.0917120594653491</c:v>
                </c:pt>
                <c:pt idx="136">
                  <c:v>1.000215801346833</c:v>
                </c:pt>
                <c:pt idx="137">
                  <c:v>0.95416265513225573</c:v>
                </c:pt>
                <c:pt idx="138">
                  <c:v>1.025571828686902</c:v>
                </c:pt>
                <c:pt idx="139">
                  <c:v>0.98219889392516002</c:v>
                </c:pt>
                <c:pt idx="140">
                  <c:v>1.064494793754875</c:v>
                </c:pt>
                <c:pt idx="141">
                  <c:v>1.09646264142895</c:v>
                </c:pt>
                <c:pt idx="142">
                  <c:v>1.0462348625552329</c:v>
                </c:pt>
                <c:pt idx="143">
                  <c:v>0.99766991961374663</c:v>
                </c:pt>
                <c:pt idx="144">
                  <c:v>1.0048986541583329</c:v>
                </c:pt>
                <c:pt idx="145">
                  <c:v>1.063566968676515</c:v>
                </c:pt>
                <c:pt idx="146">
                  <c:v>1.114451461443406</c:v>
                </c:pt>
                <c:pt idx="147">
                  <c:v>1.1599128857808689</c:v>
                </c:pt>
                <c:pt idx="148">
                  <c:v>1.16997095070247</c:v>
                </c:pt>
                <c:pt idx="149">
                  <c:v>1.2281112226246691</c:v>
                </c:pt>
                <c:pt idx="150">
                  <c:v>1.075660243226467</c:v>
                </c:pt>
                <c:pt idx="151">
                  <c:v>1.1198031843313041</c:v>
                </c:pt>
                <c:pt idx="152">
                  <c:v>1.07187535382543</c:v>
                </c:pt>
                <c:pt idx="153">
                  <c:v>1.101358320549426</c:v>
                </c:pt>
                <c:pt idx="154">
                  <c:v>1.0796373862335991</c:v>
                </c:pt>
                <c:pt idx="155">
                  <c:v>1.0161881808583699</c:v>
                </c:pt>
                <c:pt idx="156">
                  <c:v>0.98258080216002364</c:v>
                </c:pt>
                <c:pt idx="157">
                  <c:v>1.01417025422435</c:v>
                </c:pt>
                <c:pt idx="158">
                  <c:v>1.035193316575018</c:v>
                </c:pt>
                <c:pt idx="159">
                  <c:v>1.0763984660969761</c:v>
                </c:pt>
                <c:pt idx="160">
                  <c:v>1.1139173902456541</c:v>
                </c:pt>
                <c:pt idx="161">
                  <c:v>1.098015956292173</c:v>
                </c:pt>
                <c:pt idx="162">
                  <c:v>1.0741549718272889</c:v>
                </c:pt>
                <c:pt idx="163">
                  <c:v>1.0807404284349571</c:v>
                </c:pt>
                <c:pt idx="164">
                  <c:v>1.1468627742301509</c:v>
                </c:pt>
                <c:pt idx="165">
                  <c:v>1.1611475103620279</c:v>
                </c:pt>
                <c:pt idx="166">
                  <c:v>1.15707155817494</c:v>
                </c:pt>
                <c:pt idx="167">
                  <c:v>1.1461479648824211</c:v>
                </c:pt>
                <c:pt idx="168">
                  <c:v>1.1539187184914219</c:v>
                </c:pt>
                <c:pt idx="169">
                  <c:v>1.2584568667792171</c:v>
                </c:pt>
                <c:pt idx="170">
                  <c:v>1.353357949258138</c:v>
                </c:pt>
                <c:pt idx="171">
                  <c:v>1.445165435673752</c:v>
                </c:pt>
                <c:pt idx="172">
                  <c:v>1.499927031648056</c:v>
                </c:pt>
                <c:pt idx="173">
                  <c:v>1.525868522084711</c:v>
                </c:pt>
                <c:pt idx="174">
                  <c:v>1.5564051407461961</c:v>
                </c:pt>
                <c:pt idx="175">
                  <c:v>1.604130649624703</c:v>
                </c:pt>
                <c:pt idx="176">
                  <c:v>1.522188156359412</c:v>
                </c:pt>
                <c:pt idx="177">
                  <c:v>1.6042187644580479</c:v>
                </c:pt>
                <c:pt idx="178">
                  <c:v>1.678152225444111</c:v>
                </c:pt>
                <c:pt idx="179">
                  <c:v>1.7074409048053549</c:v>
                </c:pt>
                <c:pt idx="180">
                  <c:v>1.7518135393029011</c:v>
                </c:pt>
                <c:pt idx="181">
                  <c:v>1.69174844448686</c:v>
                </c:pt>
                <c:pt idx="182">
                  <c:v>1.706023047454762</c:v>
                </c:pt>
                <c:pt idx="183">
                  <c:v>1.8160597108119989</c:v>
                </c:pt>
                <c:pt idx="184">
                  <c:v>1.886860857476107</c:v>
                </c:pt>
                <c:pt idx="185">
                  <c:v>1.9142514628969289</c:v>
                </c:pt>
                <c:pt idx="186">
                  <c:v>1.889440742664166</c:v>
                </c:pt>
                <c:pt idx="187">
                  <c:v>2.003071818292784</c:v>
                </c:pt>
                <c:pt idx="188">
                  <c:v>1.8988763081323501</c:v>
                </c:pt>
                <c:pt idx="189">
                  <c:v>1.9567965696106191</c:v>
                </c:pt>
                <c:pt idx="190">
                  <c:v>1.764868531698937</c:v>
                </c:pt>
                <c:pt idx="191">
                  <c:v>1.6973271638477869</c:v>
                </c:pt>
                <c:pt idx="192">
                  <c:v>1.82471656727456</c:v>
                </c:pt>
                <c:pt idx="193">
                  <c:v>1.8241561098534931</c:v>
                </c:pt>
                <c:pt idx="194">
                  <c:v>1.772735901697547</c:v>
                </c:pt>
                <c:pt idx="195">
                  <c:v>1.782662911865849</c:v>
                </c:pt>
                <c:pt idx="196">
                  <c:v>1.7879086841217009</c:v>
                </c:pt>
                <c:pt idx="197">
                  <c:v>1.8392007329942079</c:v>
                </c:pt>
                <c:pt idx="198">
                  <c:v>1.847705080649221</c:v>
                </c:pt>
                <c:pt idx="199">
                  <c:v>1.7663947663739621</c:v>
                </c:pt>
                <c:pt idx="200">
                  <c:v>1.785387573630886</c:v>
                </c:pt>
                <c:pt idx="201">
                  <c:v>1.6722293835829829</c:v>
                </c:pt>
                <c:pt idx="202">
                  <c:v>1.719582403419154</c:v>
                </c:pt>
                <c:pt idx="203">
                  <c:v>1.826029248944506</c:v>
                </c:pt>
                <c:pt idx="204">
                  <c:v>1.820122856840906</c:v>
                </c:pt>
                <c:pt idx="205">
                  <c:v>2.062817068873303</c:v>
                </c:pt>
                <c:pt idx="206">
                  <c:v>1.998232141011463</c:v>
                </c:pt>
                <c:pt idx="207">
                  <c:v>2.0160182171965921</c:v>
                </c:pt>
                <c:pt idx="208">
                  <c:v>2.118856111042716</c:v>
                </c:pt>
                <c:pt idx="209">
                  <c:v>2.1138954536821442</c:v>
                </c:pt>
                <c:pt idx="210">
                  <c:v>1.9346027723384851</c:v>
                </c:pt>
                <c:pt idx="211">
                  <c:v>1.8699139315478519</c:v>
                </c:pt>
                <c:pt idx="212">
                  <c:v>1.954065014358751</c:v>
                </c:pt>
                <c:pt idx="213">
                  <c:v>1.9671031947010851</c:v>
                </c:pt>
                <c:pt idx="214">
                  <c:v>1.540081420182017</c:v>
                </c:pt>
                <c:pt idx="215">
                  <c:v>1.697577533678934</c:v>
                </c:pt>
                <c:pt idx="216">
                  <c:v>1.6784832340930289</c:v>
                </c:pt>
                <c:pt idx="217">
                  <c:v>1.889082614735377</c:v>
                </c:pt>
                <c:pt idx="218">
                  <c:v>1.87550072424568</c:v>
                </c:pt>
                <c:pt idx="219">
                  <c:v>1.8750187968125109</c:v>
                </c:pt>
                <c:pt idx="220">
                  <c:v>1.9672558421120261</c:v>
                </c:pt>
                <c:pt idx="221">
                  <c:v>1.8741747144199381</c:v>
                </c:pt>
                <c:pt idx="222">
                  <c:v>1.960290746350879</c:v>
                </c:pt>
                <c:pt idx="223">
                  <c:v>1.7622398559495931</c:v>
                </c:pt>
                <c:pt idx="224">
                  <c:v>1.744589058197781</c:v>
                </c:pt>
                <c:pt idx="225">
                  <c:v>1.805540943422979</c:v>
                </c:pt>
                <c:pt idx="226">
                  <c:v>1.8307059476480749</c:v>
                </c:pt>
                <c:pt idx="227">
                  <c:v>1.814573804862426</c:v>
                </c:pt>
                <c:pt idx="228">
                  <c:v>1.8877523315374201</c:v>
                </c:pt>
                <c:pt idx="229">
                  <c:v>1.842857251950756</c:v>
                </c:pt>
                <c:pt idx="230">
                  <c:v>1.712782603939295</c:v>
                </c:pt>
                <c:pt idx="231">
                  <c:v>1.481211175076008</c:v>
                </c:pt>
                <c:pt idx="232">
                  <c:v>1.787347808357153</c:v>
                </c:pt>
                <c:pt idx="233">
                  <c:v>1.9426652036073659</c:v>
                </c:pt>
                <c:pt idx="234">
                  <c:v>1.931935797075941</c:v>
                </c:pt>
                <c:pt idx="235">
                  <c:v>2.140771843557066</c:v>
                </c:pt>
                <c:pt idx="236">
                  <c:v>2.2453658966600178</c:v>
                </c:pt>
                <c:pt idx="237">
                  <c:v>2.3377630493360519</c:v>
                </c:pt>
                <c:pt idx="238">
                  <c:v>2.2439895088140132</c:v>
                </c:pt>
                <c:pt idx="239">
                  <c:v>2.5079118627007229</c:v>
                </c:pt>
                <c:pt idx="240">
                  <c:v>2.6459198339219219</c:v>
                </c:pt>
                <c:pt idx="241">
                  <c:v>2.6188466830662218</c:v>
                </c:pt>
                <c:pt idx="242">
                  <c:v>2.6279242056346659</c:v>
                </c:pt>
                <c:pt idx="243">
                  <c:v>2.78766082199957</c:v>
                </c:pt>
                <c:pt idx="244">
                  <c:v>2.9389074203671748</c:v>
                </c:pt>
                <c:pt idx="245">
                  <c:v>3.013116060196559</c:v>
                </c:pt>
                <c:pt idx="246">
                  <c:v>3.223282176504243</c:v>
                </c:pt>
                <c:pt idx="247">
                  <c:v>3.1443877852825159</c:v>
                </c:pt>
                <c:pt idx="248">
                  <c:v>3.0243331320823801</c:v>
                </c:pt>
                <c:pt idx="249">
                  <c:v>2.9521047312300488</c:v>
                </c:pt>
                <c:pt idx="250">
                  <c:v>2.9552177382468359</c:v>
                </c:pt>
                <c:pt idx="251">
                  <c:v>2.669866545783266</c:v>
                </c:pt>
                <c:pt idx="252">
                  <c:v>2.982523595170691</c:v>
                </c:pt>
                <c:pt idx="253">
                  <c:v>2.683732252653348</c:v>
                </c:pt>
                <c:pt idx="254">
                  <c:v>2.7528049422357102</c:v>
                </c:pt>
                <c:pt idx="255">
                  <c:v>2.9868021379000971</c:v>
                </c:pt>
                <c:pt idx="256">
                  <c:v>2.9822095926781791</c:v>
                </c:pt>
                <c:pt idx="257">
                  <c:v>2.894566800059089</c:v>
                </c:pt>
                <c:pt idx="258">
                  <c:v>2.389346913360908</c:v>
                </c:pt>
                <c:pt idx="259">
                  <c:v>2.5431957457201708</c:v>
                </c:pt>
                <c:pt idx="260">
                  <c:v>2.5577792173571332</c:v>
                </c:pt>
                <c:pt idx="261">
                  <c:v>2.0906546515333568</c:v>
                </c:pt>
                <c:pt idx="262">
                  <c:v>2.1468719995138068</c:v>
                </c:pt>
                <c:pt idx="263">
                  <c:v>2.3167392874680832</c:v>
                </c:pt>
                <c:pt idx="264">
                  <c:v>2.1498382127232651</c:v>
                </c:pt>
                <c:pt idx="265">
                  <c:v>2.3622929781086852</c:v>
                </c:pt>
                <c:pt idx="266">
                  <c:v>2.3996275365327562</c:v>
                </c:pt>
                <c:pt idx="267">
                  <c:v>2.4384791023383001</c:v>
                </c:pt>
                <c:pt idx="268">
                  <c:v>2.422304723333752</c:v>
                </c:pt>
                <c:pt idx="269">
                  <c:v>2.5023759388411051</c:v>
                </c:pt>
                <c:pt idx="270">
                  <c:v>2.5219019360932271</c:v>
                </c:pt>
                <c:pt idx="271">
                  <c:v>2.4150460037291661</c:v>
                </c:pt>
                <c:pt idx="272">
                  <c:v>2.4716981087168861</c:v>
                </c:pt>
                <c:pt idx="273">
                  <c:v>2.3109317157158089</c:v>
                </c:pt>
                <c:pt idx="274">
                  <c:v>2.1013954737912091</c:v>
                </c:pt>
                <c:pt idx="275">
                  <c:v>2.2786740019945468</c:v>
                </c:pt>
                <c:pt idx="276">
                  <c:v>2.3610355195545432</c:v>
                </c:pt>
                <c:pt idx="277">
                  <c:v>2.270793435614948</c:v>
                </c:pt>
                <c:pt idx="278">
                  <c:v>2.3061205543563581</c:v>
                </c:pt>
                <c:pt idx="279">
                  <c:v>2.3617297975159541</c:v>
                </c:pt>
                <c:pt idx="280">
                  <c:v>2.3214915812090862</c:v>
                </c:pt>
                <c:pt idx="281">
                  <c:v>2.3658583742653998</c:v>
                </c:pt>
                <c:pt idx="282">
                  <c:v>2.3101492207782162</c:v>
                </c:pt>
                <c:pt idx="283">
                  <c:v>2.2049786339492581</c:v>
                </c:pt>
                <c:pt idx="284">
                  <c:v>2.0774216478520602</c:v>
                </c:pt>
                <c:pt idx="285">
                  <c:v>2.0635753686660419</c:v>
                </c:pt>
                <c:pt idx="286">
                  <c:v>1.9982189365877869</c:v>
                </c:pt>
                <c:pt idx="287">
                  <c:v>1.8730374504439471</c:v>
                </c:pt>
                <c:pt idx="288">
                  <c:v>1.9183481397140121</c:v>
                </c:pt>
                <c:pt idx="289">
                  <c:v>2.024640554098633</c:v>
                </c:pt>
                <c:pt idx="290">
                  <c:v>2.0587685332773829</c:v>
                </c:pt>
                <c:pt idx="291">
                  <c:v>1.898262385971424</c:v>
                </c:pt>
                <c:pt idx="292">
                  <c:v>2.0522348190801378</c:v>
                </c:pt>
                <c:pt idx="293">
                  <c:v>2.1078259394091301</c:v>
                </c:pt>
                <c:pt idx="294">
                  <c:v>2.208417638000816</c:v>
                </c:pt>
                <c:pt idx="295">
                  <c:v>2.209262224073409</c:v>
                </c:pt>
                <c:pt idx="296">
                  <c:v>2.173788923778059</c:v>
                </c:pt>
                <c:pt idx="297">
                  <c:v>2.2347084965191919</c:v>
                </c:pt>
                <c:pt idx="298">
                  <c:v>2.2830495496097032</c:v>
                </c:pt>
                <c:pt idx="299">
                  <c:v>2.2374715732566042</c:v>
                </c:pt>
                <c:pt idx="300">
                  <c:v>2.3033883939555291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CA9-43D7-A0D1-A30C571A990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Q(5/5)</c:v>
                </c:pt>
              </c:strCache>
            </c:strRef>
          </c:tx>
          <c:spPr>
            <a:ln w="25400" cap="rnd">
              <a:solidFill>
                <a:srgbClr val="9999FF"/>
              </a:solidFill>
              <a:round/>
            </a:ln>
            <a:effectLst/>
          </c:spPr>
          <c:marker>
            <c:symbol val="none"/>
          </c:marker>
          <c:cat>
            <c:numRef>
              <c:f>Sheet1!$G$2:$G$302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Sheet1!$F$2:$F$302</c:f>
              <c:numCache>
                <c:formatCode>General</c:formatCode>
                <c:ptCount val="301"/>
                <c:pt idx="0">
                  <c:v>1</c:v>
                </c:pt>
                <c:pt idx="1">
                  <c:v>1.285636459101134</c:v>
                </c:pt>
                <c:pt idx="2">
                  <c:v>1.4820908680100839</c:v>
                </c:pt>
                <c:pt idx="3">
                  <c:v>1.333371610829138</c:v>
                </c:pt>
                <c:pt idx="4">
                  <c:v>1.3472890671879509</c:v>
                </c:pt>
                <c:pt idx="5">
                  <c:v>1.484592547768038</c:v>
                </c:pt>
                <c:pt idx="6">
                  <c:v>1.5114590347571071</c:v>
                </c:pt>
                <c:pt idx="7">
                  <c:v>1.3260697199809539</c:v>
                </c:pt>
                <c:pt idx="8">
                  <c:v>1.198003168145088</c:v>
                </c:pt>
                <c:pt idx="9">
                  <c:v>0.91974875229259356</c:v>
                </c:pt>
                <c:pt idx="10">
                  <c:v>1.124730508827565</c:v>
                </c:pt>
                <c:pt idx="11">
                  <c:v>1.1409791330880861</c:v>
                </c:pt>
                <c:pt idx="12">
                  <c:v>1.045008172736867</c:v>
                </c:pt>
                <c:pt idx="13">
                  <c:v>1.0693746373938009</c:v>
                </c:pt>
                <c:pt idx="14">
                  <c:v>1.012426385975526</c:v>
                </c:pt>
                <c:pt idx="15">
                  <c:v>1.0708285118628429</c:v>
                </c:pt>
                <c:pt idx="16">
                  <c:v>0.94352797975381819</c:v>
                </c:pt>
                <c:pt idx="17">
                  <c:v>0.94883231745589602</c:v>
                </c:pt>
                <c:pt idx="18">
                  <c:v>0.8120503840335479</c:v>
                </c:pt>
                <c:pt idx="19">
                  <c:v>0.81650731814531996</c:v>
                </c:pt>
                <c:pt idx="20">
                  <c:v>0.83181833538432781</c:v>
                </c:pt>
                <c:pt idx="21">
                  <c:v>0.65428508070182989</c:v>
                </c:pt>
                <c:pt idx="22">
                  <c:v>0.69312668869804805</c:v>
                </c:pt>
                <c:pt idx="23">
                  <c:v>0.69248461130409988</c:v>
                </c:pt>
                <c:pt idx="24">
                  <c:v>0.59087736790098067</c:v>
                </c:pt>
                <c:pt idx="25">
                  <c:v>0.56767049774492007</c:v>
                </c:pt>
                <c:pt idx="26">
                  <c:v>0.57569495532720927</c:v>
                </c:pt>
                <c:pt idx="27">
                  <c:v>0.492142034897532</c:v>
                </c:pt>
                <c:pt idx="28">
                  <c:v>0.53351654626850398</c:v>
                </c:pt>
                <c:pt idx="29">
                  <c:v>0.56046757326894048</c:v>
                </c:pt>
                <c:pt idx="30">
                  <c:v>0.57337835713324825</c:v>
                </c:pt>
                <c:pt idx="31">
                  <c:v>0.56639462373924232</c:v>
                </c:pt>
                <c:pt idx="32">
                  <c:v>0.5233941853669668</c:v>
                </c:pt>
                <c:pt idx="33">
                  <c:v>0.47584322355936393</c:v>
                </c:pt>
                <c:pt idx="34">
                  <c:v>0.46661775533111371</c:v>
                </c:pt>
                <c:pt idx="35">
                  <c:v>0.45801446497051612</c:v>
                </c:pt>
                <c:pt idx="36">
                  <c:v>0.45855055602880612</c:v>
                </c:pt>
                <c:pt idx="37">
                  <c:v>0.44261485866239719</c:v>
                </c:pt>
                <c:pt idx="38">
                  <c:v>0.42581257860095623</c:v>
                </c:pt>
                <c:pt idx="39">
                  <c:v>0.41059418175706092</c:v>
                </c:pt>
                <c:pt idx="40">
                  <c:v>0.42656156692170177</c:v>
                </c:pt>
                <c:pt idx="41">
                  <c:v>0.39353583039215279</c:v>
                </c:pt>
                <c:pt idx="42">
                  <c:v>0.37176583583903128</c:v>
                </c:pt>
                <c:pt idx="43">
                  <c:v>0.34343126235739929</c:v>
                </c:pt>
                <c:pt idx="44">
                  <c:v>0.36556331028443412</c:v>
                </c:pt>
                <c:pt idx="45">
                  <c:v>0.35285712514959322</c:v>
                </c:pt>
                <c:pt idx="46">
                  <c:v>0.34323657254677931</c:v>
                </c:pt>
                <c:pt idx="47">
                  <c:v>0.35913289005822358</c:v>
                </c:pt>
                <c:pt idx="48">
                  <c:v>0.36317922519570772</c:v>
                </c:pt>
                <c:pt idx="49">
                  <c:v>0.43416025350765569</c:v>
                </c:pt>
                <c:pt idx="50">
                  <c:v>0.4686748191763051</c:v>
                </c:pt>
                <c:pt idx="51">
                  <c:v>0.41736905500825699</c:v>
                </c:pt>
                <c:pt idx="52">
                  <c:v>0.37127294103925512</c:v>
                </c:pt>
                <c:pt idx="53">
                  <c:v>0.40859362839615582</c:v>
                </c:pt>
                <c:pt idx="54">
                  <c:v>0.4727464475035088</c:v>
                </c:pt>
                <c:pt idx="55">
                  <c:v>0.53996984893977362</c:v>
                </c:pt>
                <c:pt idx="56">
                  <c:v>0.45287208613089608</c:v>
                </c:pt>
                <c:pt idx="57">
                  <c:v>0.50555812513731135</c:v>
                </c:pt>
                <c:pt idx="58">
                  <c:v>0.54972099920686301</c:v>
                </c:pt>
                <c:pt idx="59">
                  <c:v>0.64757794485910591</c:v>
                </c:pt>
                <c:pt idx="60">
                  <c:v>0.63365441854779436</c:v>
                </c:pt>
                <c:pt idx="61">
                  <c:v>0.63532948542196443</c:v>
                </c:pt>
                <c:pt idx="62">
                  <c:v>0.65221648167572976</c:v>
                </c:pt>
                <c:pt idx="63">
                  <c:v>0.62317600253570626</c:v>
                </c:pt>
                <c:pt idx="64">
                  <c:v>0.65483649264561405</c:v>
                </c:pt>
                <c:pt idx="65">
                  <c:v>0.58636424780089746</c:v>
                </c:pt>
                <c:pt idx="66">
                  <c:v>0.55008580249641958</c:v>
                </c:pt>
                <c:pt idx="67">
                  <c:v>0.52094253997782203</c:v>
                </c:pt>
                <c:pt idx="68">
                  <c:v>0.51735856906664535</c:v>
                </c:pt>
                <c:pt idx="69">
                  <c:v>0.55583191687105182</c:v>
                </c:pt>
                <c:pt idx="70">
                  <c:v>0.53018961141971221</c:v>
                </c:pt>
                <c:pt idx="71">
                  <c:v>0.54649085619866067</c:v>
                </c:pt>
                <c:pt idx="72">
                  <c:v>0.51018847292062586</c:v>
                </c:pt>
                <c:pt idx="73">
                  <c:v>0.4849970696933929</c:v>
                </c:pt>
                <c:pt idx="74">
                  <c:v>0.5006955248677728</c:v>
                </c:pt>
                <c:pt idx="75">
                  <c:v>0.54685971422252233</c:v>
                </c:pt>
                <c:pt idx="76">
                  <c:v>0.5641371817922527</c:v>
                </c:pt>
                <c:pt idx="77">
                  <c:v>0.61538078202233992</c:v>
                </c:pt>
                <c:pt idx="78">
                  <c:v>0.62956863495890736</c:v>
                </c:pt>
                <c:pt idx="79">
                  <c:v>0.63630771010543297</c:v>
                </c:pt>
                <c:pt idx="80">
                  <c:v>0.62050020328340605</c:v>
                </c:pt>
                <c:pt idx="81">
                  <c:v>0.59471096386273359</c:v>
                </c:pt>
                <c:pt idx="82">
                  <c:v>0.56393761847298374</c:v>
                </c:pt>
                <c:pt idx="83">
                  <c:v>0.5359057935592747</c:v>
                </c:pt>
                <c:pt idx="84">
                  <c:v>0.50931707478167365</c:v>
                </c:pt>
                <c:pt idx="85">
                  <c:v>0.45220115422385398</c:v>
                </c:pt>
                <c:pt idx="86">
                  <c:v>0.47743329304134752</c:v>
                </c:pt>
                <c:pt idx="87">
                  <c:v>0.44611658284525579</c:v>
                </c:pt>
                <c:pt idx="88">
                  <c:v>0.4175015016738719</c:v>
                </c:pt>
                <c:pt idx="89">
                  <c:v>0.42173039418112213</c:v>
                </c:pt>
                <c:pt idx="90">
                  <c:v>0.39787821494881981</c:v>
                </c:pt>
                <c:pt idx="91">
                  <c:v>0.37646252648147482</c:v>
                </c:pt>
                <c:pt idx="92">
                  <c:v>0.30945621202596768</c:v>
                </c:pt>
                <c:pt idx="93">
                  <c:v>0.27438124465503499</c:v>
                </c:pt>
                <c:pt idx="94">
                  <c:v>0.1781019991978538</c:v>
                </c:pt>
                <c:pt idx="95">
                  <c:v>0.1831276872197205</c:v>
                </c:pt>
                <c:pt idx="96">
                  <c:v>0.1873127534761721</c:v>
                </c:pt>
                <c:pt idx="97">
                  <c:v>0.1910903434679625</c:v>
                </c:pt>
                <c:pt idx="98">
                  <c:v>0.19796870213466899</c:v>
                </c:pt>
                <c:pt idx="99">
                  <c:v>0.1988253810954346</c:v>
                </c:pt>
                <c:pt idx="100">
                  <c:v>0.2269962844555056</c:v>
                </c:pt>
                <c:pt idx="101">
                  <c:v>0.23733760986918501</c:v>
                </c:pt>
                <c:pt idx="102">
                  <c:v>0.21649782652415209</c:v>
                </c:pt>
                <c:pt idx="103">
                  <c:v>0.222488440531835</c:v>
                </c:pt>
                <c:pt idx="104">
                  <c:v>0.220736982329271</c:v>
                </c:pt>
                <c:pt idx="105">
                  <c:v>0.20762695572445961</c:v>
                </c:pt>
                <c:pt idx="106">
                  <c:v>0.19790477257153091</c:v>
                </c:pt>
                <c:pt idx="107">
                  <c:v>0.17650590018692</c:v>
                </c:pt>
                <c:pt idx="108">
                  <c:v>0.1815690601077439</c:v>
                </c:pt>
                <c:pt idx="109">
                  <c:v>0.1762952040678096</c:v>
                </c:pt>
                <c:pt idx="110">
                  <c:v>0.1760549474775179</c:v>
                </c:pt>
                <c:pt idx="111">
                  <c:v>0.16035186025005779</c:v>
                </c:pt>
                <c:pt idx="112">
                  <c:v>0.148181404919805</c:v>
                </c:pt>
                <c:pt idx="113">
                  <c:v>0.12704879184769721</c:v>
                </c:pt>
                <c:pt idx="114">
                  <c:v>0.1247019427250942</c:v>
                </c:pt>
                <c:pt idx="115">
                  <c:v>0.12707776130466239</c:v>
                </c:pt>
                <c:pt idx="116">
                  <c:v>0.1205077066756001</c:v>
                </c:pt>
                <c:pt idx="117">
                  <c:v>0.121214247281189</c:v>
                </c:pt>
                <c:pt idx="118">
                  <c:v>0.1246997122572631</c:v>
                </c:pt>
                <c:pt idx="119">
                  <c:v>0.1155311326852263</c:v>
                </c:pt>
                <c:pt idx="120">
                  <c:v>0.11737542098502669</c:v>
                </c:pt>
                <c:pt idx="121">
                  <c:v>0.11849268302516421</c:v>
                </c:pt>
                <c:pt idx="122">
                  <c:v>0.11047299689989409</c:v>
                </c:pt>
                <c:pt idx="123">
                  <c:v>0.1107034633342841</c:v>
                </c:pt>
                <c:pt idx="124">
                  <c:v>9.9064370578864178E-2</c:v>
                </c:pt>
                <c:pt idx="125">
                  <c:v>9.1661963256901846E-2</c:v>
                </c:pt>
                <c:pt idx="126">
                  <c:v>9.1863744142749906E-2</c:v>
                </c:pt>
                <c:pt idx="127">
                  <c:v>0.100149716986125</c:v>
                </c:pt>
                <c:pt idx="128">
                  <c:v>9.0406134575262836E-2</c:v>
                </c:pt>
                <c:pt idx="129">
                  <c:v>8.0452397631622458E-2</c:v>
                </c:pt>
                <c:pt idx="130">
                  <c:v>8.7620971173987192E-2</c:v>
                </c:pt>
                <c:pt idx="131">
                  <c:v>8.3970169260201247E-2</c:v>
                </c:pt>
                <c:pt idx="132">
                  <c:v>8.8596527895221086E-2</c:v>
                </c:pt>
                <c:pt idx="133">
                  <c:v>9.3902919303090276E-2</c:v>
                </c:pt>
                <c:pt idx="134">
                  <c:v>0.1022954749756161</c:v>
                </c:pt>
                <c:pt idx="135">
                  <c:v>9.8771279302270948E-2</c:v>
                </c:pt>
                <c:pt idx="136">
                  <c:v>8.7034046555879971E-2</c:v>
                </c:pt>
                <c:pt idx="137">
                  <c:v>8.4015426846938454E-2</c:v>
                </c:pt>
                <c:pt idx="138">
                  <c:v>9.133859744865068E-2</c:v>
                </c:pt>
                <c:pt idx="139">
                  <c:v>8.6470124883665747E-2</c:v>
                </c:pt>
                <c:pt idx="140">
                  <c:v>9.0325270087824178E-2</c:v>
                </c:pt>
                <c:pt idx="141">
                  <c:v>8.8117193189653609E-2</c:v>
                </c:pt>
                <c:pt idx="142">
                  <c:v>8.2535885381355797E-2</c:v>
                </c:pt>
                <c:pt idx="143">
                  <c:v>7.6551541412363991E-2</c:v>
                </c:pt>
                <c:pt idx="144">
                  <c:v>7.2041185258514551E-2</c:v>
                </c:pt>
                <c:pt idx="145">
                  <c:v>7.6377953102941334E-2</c:v>
                </c:pt>
                <c:pt idx="146">
                  <c:v>7.9262096164067569E-2</c:v>
                </c:pt>
                <c:pt idx="147">
                  <c:v>7.8254785795747919E-2</c:v>
                </c:pt>
                <c:pt idx="148">
                  <c:v>7.5814899553892479E-2</c:v>
                </c:pt>
                <c:pt idx="149">
                  <c:v>7.8995021546861485E-2</c:v>
                </c:pt>
                <c:pt idx="150">
                  <c:v>6.8900726652513664E-2</c:v>
                </c:pt>
                <c:pt idx="151">
                  <c:v>7.2959462941679556E-2</c:v>
                </c:pt>
                <c:pt idx="152">
                  <c:v>6.8748491739189357E-2</c:v>
                </c:pt>
                <c:pt idx="153">
                  <c:v>6.8461511394749389E-2</c:v>
                </c:pt>
                <c:pt idx="154">
                  <c:v>6.6593996639255457E-2</c:v>
                </c:pt>
                <c:pt idx="155">
                  <c:v>6.4922127728534701E-2</c:v>
                </c:pt>
                <c:pt idx="156">
                  <c:v>6.0802785131358852E-2</c:v>
                </c:pt>
                <c:pt idx="157">
                  <c:v>6.3478568905371915E-2</c:v>
                </c:pt>
                <c:pt idx="158">
                  <c:v>6.3889589454574069E-2</c:v>
                </c:pt>
                <c:pt idx="159">
                  <c:v>6.5098967607325434E-2</c:v>
                </c:pt>
                <c:pt idx="160">
                  <c:v>6.6866673520090777E-2</c:v>
                </c:pt>
                <c:pt idx="161">
                  <c:v>6.7420577225606584E-2</c:v>
                </c:pt>
                <c:pt idx="162">
                  <c:v>6.656204940725878E-2</c:v>
                </c:pt>
                <c:pt idx="163">
                  <c:v>6.710971480764992E-2</c:v>
                </c:pt>
                <c:pt idx="164">
                  <c:v>6.9538105744147524E-2</c:v>
                </c:pt>
                <c:pt idx="165">
                  <c:v>7.1496025807628441E-2</c:v>
                </c:pt>
                <c:pt idx="166">
                  <c:v>6.9684664196322063E-2</c:v>
                </c:pt>
                <c:pt idx="167">
                  <c:v>6.8948592277525866E-2</c:v>
                </c:pt>
                <c:pt idx="168">
                  <c:v>6.8851469813384927E-2</c:v>
                </c:pt>
                <c:pt idx="169">
                  <c:v>7.6158912237926465E-2</c:v>
                </c:pt>
                <c:pt idx="170">
                  <c:v>8.3284395277846257E-2</c:v>
                </c:pt>
                <c:pt idx="171">
                  <c:v>9.0734002052518456E-2</c:v>
                </c:pt>
                <c:pt idx="172">
                  <c:v>9.7653498966119315E-2</c:v>
                </c:pt>
                <c:pt idx="173">
                  <c:v>0.10278000790517459</c:v>
                </c:pt>
                <c:pt idx="174">
                  <c:v>0.10629172274740351</c:v>
                </c:pt>
                <c:pt idx="175">
                  <c:v>0.1063435183756257</c:v>
                </c:pt>
                <c:pt idx="176">
                  <c:v>0.1005124071418774</c:v>
                </c:pt>
                <c:pt idx="177">
                  <c:v>0.10688375642409929</c:v>
                </c:pt>
                <c:pt idx="178">
                  <c:v>0.1128787452356822</c:v>
                </c:pt>
                <c:pt idx="179">
                  <c:v>0.1152512949429855</c:v>
                </c:pt>
                <c:pt idx="180">
                  <c:v>0.1127828968979457</c:v>
                </c:pt>
                <c:pt idx="181">
                  <c:v>0.1085802983622577</c:v>
                </c:pt>
                <c:pt idx="182">
                  <c:v>0.1068928485280926</c:v>
                </c:pt>
                <c:pt idx="183">
                  <c:v>0.1159159565370094</c:v>
                </c:pt>
                <c:pt idx="184">
                  <c:v>0.1202153064268188</c:v>
                </c:pt>
                <c:pt idx="185">
                  <c:v>0.1196057135112651</c:v>
                </c:pt>
                <c:pt idx="186">
                  <c:v>0.11923031871805979</c:v>
                </c:pt>
                <c:pt idx="187">
                  <c:v>0.12682028368745521</c:v>
                </c:pt>
                <c:pt idx="188">
                  <c:v>0.1183162732293412</c:v>
                </c:pt>
                <c:pt idx="189">
                  <c:v>0.12069250906174379</c:v>
                </c:pt>
                <c:pt idx="190">
                  <c:v>0.10857747805447571</c:v>
                </c:pt>
                <c:pt idx="191">
                  <c:v>0.1035702442814761</c:v>
                </c:pt>
                <c:pt idx="192">
                  <c:v>0.1068144134665215</c:v>
                </c:pt>
                <c:pt idx="193">
                  <c:v>0.10367073901428681</c:v>
                </c:pt>
                <c:pt idx="194">
                  <c:v>0.100269617501271</c:v>
                </c:pt>
                <c:pt idx="195">
                  <c:v>9.9596670002561463E-2</c:v>
                </c:pt>
                <c:pt idx="196">
                  <c:v>9.7941628747205273E-2</c:v>
                </c:pt>
                <c:pt idx="197">
                  <c:v>0.1002528889114489</c:v>
                </c:pt>
                <c:pt idx="198">
                  <c:v>9.8151759775834485E-2</c:v>
                </c:pt>
                <c:pt idx="199">
                  <c:v>9.1361956623085716E-2</c:v>
                </c:pt>
                <c:pt idx="200">
                  <c:v>9.16624866991574E-2</c:v>
                </c:pt>
                <c:pt idx="201">
                  <c:v>8.3282002049296255E-2</c:v>
                </c:pt>
                <c:pt idx="202">
                  <c:v>8.7182972351500798E-2</c:v>
                </c:pt>
                <c:pt idx="203">
                  <c:v>9.1797604840383309E-2</c:v>
                </c:pt>
                <c:pt idx="204">
                  <c:v>9.1297067429731357E-2</c:v>
                </c:pt>
                <c:pt idx="205">
                  <c:v>0.10476141151647041</c:v>
                </c:pt>
                <c:pt idx="206">
                  <c:v>0.1033898651855579</c:v>
                </c:pt>
                <c:pt idx="207">
                  <c:v>0.109403675245656</c:v>
                </c:pt>
                <c:pt idx="208">
                  <c:v>0.11870861117104591</c:v>
                </c:pt>
                <c:pt idx="209">
                  <c:v>0.11754586861309491</c:v>
                </c:pt>
                <c:pt idx="210">
                  <c:v>0.10683496974395</c:v>
                </c:pt>
                <c:pt idx="211">
                  <c:v>0.1013800514310334</c:v>
                </c:pt>
                <c:pt idx="212">
                  <c:v>0.1057022814558074</c:v>
                </c:pt>
                <c:pt idx="213">
                  <c:v>0.1052868490770482</c:v>
                </c:pt>
                <c:pt idx="214">
                  <c:v>7.9880224208896206E-2</c:v>
                </c:pt>
                <c:pt idx="215">
                  <c:v>8.699362284380556E-2</c:v>
                </c:pt>
                <c:pt idx="216">
                  <c:v>8.2589982221316735E-2</c:v>
                </c:pt>
                <c:pt idx="217">
                  <c:v>9.0204815414119024E-2</c:v>
                </c:pt>
                <c:pt idx="218">
                  <c:v>8.8705467374334018E-2</c:v>
                </c:pt>
                <c:pt idx="219">
                  <c:v>8.7028740787327932E-2</c:v>
                </c:pt>
                <c:pt idx="220">
                  <c:v>9.1094186553266995E-2</c:v>
                </c:pt>
                <c:pt idx="221">
                  <c:v>8.4025764751564161E-2</c:v>
                </c:pt>
                <c:pt idx="222">
                  <c:v>8.5806484075634598E-2</c:v>
                </c:pt>
                <c:pt idx="223">
                  <c:v>7.620947600874485E-2</c:v>
                </c:pt>
                <c:pt idx="224">
                  <c:v>7.4103939352031939E-2</c:v>
                </c:pt>
                <c:pt idx="225">
                  <c:v>7.6289547062842855E-2</c:v>
                </c:pt>
                <c:pt idx="226">
                  <c:v>7.9932253448240301E-2</c:v>
                </c:pt>
                <c:pt idx="227">
                  <c:v>7.8862775335497279E-2</c:v>
                </c:pt>
                <c:pt idx="228">
                  <c:v>8.08348907482795E-2</c:v>
                </c:pt>
                <c:pt idx="229">
                  <c:v>7.6394505043383451E-2</c:v>
                </c:pt>
                <c:pt idx="230">
                  <c:v>6.8529885466246776E-2</c:v>
                </c:pt>
                <c:pt idx="231">
                  <c:v>6.0945084962527298E-2</c:v>
                </c:pt>
                <c:pt idx="232">
                  <c:v>7.2615120304122552E-2</c:v>
                </c:pt>
                <c:pt idx="233">
                  <c:v>7.7824585352398667E-2</c:v>
                </c:pt>
                <c:pt idx="234">
                  <c:v>7.5066813059668516E-2</c:v>
                </c:pt>
                <c:pt idx="235">
                  <c:v>8.1551534302874318E-2</c:v>
                </c:pt>
                <c:pt idx="236">
                  <c:v>8.4203035725436082E-2</c:v>
                </c:pt>
                <c:pt idx="237">
                  <c:v>8.7056154336616814E-2</c:v>
                </c:pt>
                <c:pt idx="238">
                  <c:v>8.3618562344509109E-2</c:v>
                </c:pt>
                <c:pt idx="239">
                  <c:v>9.2580819881441956E-2</c:v>
                </c:pt>
                <c:pt idx="240">
                  <c:v>9.4387433347362645E-2</c:v>
                </c:pt>
                <c:pt idx="241">
                  <c:v>9.1267622642921764E-2</c:v>
                </c:pt>
                <c:pt idx="242">
                  <c:v>9.1459954790342871E-2</c:v>
                </c:pt>
                <c:pt idx="243">
                  <c:v>9.5653495064271399E-2</c:v>
                </c:pt>
                <c:pt idx="244">
                  <c:v>0.1031001422759656</c:v>
                </c:pt>
                <c:pt idx="245">
                  <c:v>0.1029879864638673</c:v>
                </c:pt>
                <c:pt idx="246">
                  <c:v>0.1080429840655613</c:v>
                </c:pt>
                <c:pt idx="247">
                  <c:v>0.10577931361367621</c:v>
                </c:pt>
                <c:pt idx="248">
                  <c:v>0.1009435360964597</c:v>
                </c:pt>
                <c:pt idx="249">
                  <c:v>9.7226458879327571E-2</c:v>
                </c:pt>
                <c:pt idx="250">
                  <c:v>9.4559863019602494E-2</c:v>
                </c:pt>
                <c:pt idx="251">
                  <c:v>8.6668091794849453E-2</c:v>
                </c:pt>
                <c:pt idx="252">
                  <c:v>9.5973907463452607E-2</c:v>
                </c:pt>
                <c:pt idx="253">
                  <c:v>8.1680247685614688E-2</c:v>
                </c:pt>
                <c:pt idx="254">
                  <c:v>8.1888831672987134E-2</c:v>
                </c:pt>
                <c:pt idx="255">
                  <c:v>8.8635664288134158E-2</c:v>
                </c:pt>
                <c:pt idx="256">
                  <c:v>8.3920098700039553E-2</c:v>
                </c:pt>
                <c:pt idx="257">
                  <c:v>8.283286897855624E-2</c:v>
                </c:pt>
                <c:pt idx="258">
                  <c:v>6.9445225629064092E-2</c:v>
                </c:pt>
                <c:pt idx="259">
                  <c:v>7.5651790431875601E-2</c:v>
                </c:pt>
                <c:pt idx="260">
                  <c:v>7.5355170703034074E-2</c:v>
                </c:pt>
                <c:pt idx="261">
                  <c:v>6.1141510937288063E-2</c:v>
                </c:pt>
                <c:pt idx="262">
                  <c:v>6.2349551450056537E-2</c:v>
                </c:pt>
                <c:pt idx="263">
                  <c:v>6.6534914358718195E-2</c:v>
                </c:pt>
                <c:pt idx="264">
                  <c:v>6.1143086737430283E-2</c:v>
                </c:pt>
                <c:pt idx="265">
                  <c:v>6.5760440778704313E-2</c:v>
                </c:pt>
                <c:pt idx="266">
                  <c:v>6.5275503910668456E-2</c:v>
                </c:pt>
                <c:pt idx="267">
                  <c:v>6.6381070006328938E-2</c:v>
                </c:pt>
                <c:pt idx="268">
                  <c:v>6.791353266090569E-2</c:v>
                </c:pt>
                <c:pt idx="269">
                  <c:v>6.8971016104788258E-2</c:v>
                </c:pt>
                <c:pt idx="270">
                  <c:v>6.7775095911127889E-2</c:v>
                </c:pt>
                <c:pt idx="271">
                  <c:v>6.4865005971689468E-2</c:v>
                </c:pt>
                <c:pt idx="272">
                  <c:v>6.5199491148562952E-2</c:v>
                </c:pt>
                <c:pt idx="273">
                  <c:v>6.0500662509751363E-2</c:v>
                </c:pt>
                <c:pt idx="274">
                  <c:v>5.4489564843523512E-2</c:v>
                </c:pt>
                <c:pt idx="275">
                  <c:v>5.9777045342256627E-2</c:v>
                </c:pt>
                <c:pt idx="276">
                  <c:v>6.1124578037121943E-2</c:v>
                </c:pt>
                <c:pt idx="277">
                  <c:v>5.826072582402498E-2</c:v>
                </c:pt>
                <c:pt idx="278">
                  <c:v>6.0358442890978692E-2</c:v>
                </c:pt>
                <c:pt idx="279">
                  <c:v>6.1431362801560127E-2</c:v>
                </c:pt>
                <c:pt idx="280">
                  <c:v>5.787320335787869E-2</c:v>
                </c:pt>
                <c:pt idx="281">
                  <c:v>5.7108614758701173E-2</c:v>
                </c:pt>
                <c:pt idx="282">
                  <c:v>5.5663973295264617E-2</c:v>
                </c:pt>
                <c:pt idx="283">
                  <c:v>5.459622061836527E-2</c:v>
                </c:pt>
                <c:pt idx="284">
                  <c:v>5.2035294406614419E-2</c:v>
                </c:pt>
                <c:pt idx="285">
                  <c:v>5.2006500827328807E-2</c:v>
                </c:pt>
                <c:pt idx="286">
                  <c:v>5.0486657616255919E-2</c:v>
                </c:pt>
                <c:pt idx="287">
                  <c:v>4.7549897843684873E-2</c:v>
                </c:pt>
                <c:pt idx="288">
                  <c:v>4.8586814282355888E-2</c:v>
                </c:pt>
                <c:pt idx="289">
                  <c:v>5.0267608710109962E-2</c:v>
                </c:pt>
                <c:pt idx="290">
                  <c:v>5.0301001909082009E-2</c:v>
                </c:pt>
                <c:pt idx="291">
                  <c:v>4.6208803934042017E-2</c:v>
                </c:pt>
                <c:pt idx="292">
                  <c:v>5.0060794067837977E-2</c:v>
                </c:pt>
                <c:pt idx="293">
                  <c:v>5.0950563944929653E-2</c:v>
                </c:pt>
                <c:pt idx="294">
                  <c:v>5.3065136390709533E-2</c:v>
                </c:pt>
                <c:pt idx="295">
                  <c:v>5.374721942806833E-2</c:v>
                </c:pt>
                <c:pt idx="296">
                  <c:v>5.204039943571305E-2</c:v>
                </c:pt>
                <c:pt idx="297">
                  <c:v>5.2405268515150059E-2</c:v>
                </c:pt>
                <c:pt idx="298">
                  <c:v>5.3809106082273198E-2</c:v>
                </c:pt>
                <c:pt idx="299">
                  <c:v>5.2421232284620693E-2</c:v>
                </c:pt>
                <c:pt idx="300">
                  <c:v>5.2466392426057468E-2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CA9-43D7-A0D1-A30C571A99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08634560"/>
        <c:axId val="2108624960"/>
      </c:lineChart>
      <c:catAx>
        <c:axId val="2108634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08624960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08624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08634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3027559055118161E-2"/>
          <c:y val="5.46861329833771E-2"/>
          <c:w val="0.34614243659420296"/>
          <c:h val="0.390627734033245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수익률!$B$1</c:f>
              <c:strCache>
                <c:ptCount val="1"/>
                <c:pt idx="0">
                  <c:v>KSP200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수익률!$D$2:$D$301</c:f>
              <c:numCache>
                <c:formatCode>General</c:formatCode>
                <c:ptCount val="300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수익률!$B$2:$B$301</c:f>
              <c:numCache>
                <c:formatCode>General</c:formatCode>
                <c:ptCount val="300"/>
                <c:pt idx="0">
                  <c:v>1</c:v>
                </c:pt>
                <c:pt idx="1">
                  <c:v>0.92510900230828419</c:v>
                </c:pt>
                <c:pt idx="2">
                  <c:v>0.83559887150551415</c:v>
                </c:pt>
                <c:pt idx="3">
                  <c:v>0.92908438061041287</c:v>
                </c:pt>
                <c:pt idx="4">
                  <c:v>0.97576301615798922</c:v>
                </c:pt>
                <c:pt idx="5">
                  <c:v>0.93870223134136954</c:v>
                </c:pt>
                <c:pt idx="6">
                  <c:v>0.85893818927930243</c:v>
                </c:pt>
                <c:pt idx="7">
                  <c:v>0.8645806617081303</c:v>
                </c:pt>
                <c:pt idx="8">
                  <c:v>0.7554501154142087</c:v>
                </c:pt>
                <c:pt idx="9">
                  <c:v>0.85201333675301349</c:v>
                </c:pt>
                <c:pt idx="10">
                  <c:v>1.026288791997948</c:v>
                </c:pt>
                <c:pt idx="11">
                  <c:v>1.115285970761734</c:v>
                </c:pt>
                <c:pt idx="12">
                  <c:v>1.1924852526288789</c:v>
                </c:pt>
                <c:pt idx="13">
                  <c:v>1.315978456014363</c:v>
                </c:pt>
                <c:pt idx="14">
                  <c:v>1.4342139010002559</c:v>
                </c:pt>
                <c:pt idx="15">
                  <c:v>1.3643241856886379</c:v>
                </c:pt>
                <c:pt idx="16">
                  <c:v>1.292639138240574</c:v>
                </c:pt>
                <c:pt idx="17">
                  <c:v>1.2014619133111051</c:v>
                </c:pt>
                <c:pt idx="18">
                  <c:v>1.1561938958707361</c:v>
                </c:pt>
                <c:pt idx="19">
                  <c:v>1.186842780200051</c:v>
                </c:pt>
                <c:pt idx="20">
                  <c:v>1.043472685303924</c:v>
                </c:pt>
                <c:pt idx="21">
                  <c:v>1.0656578609899969</c:v>
                </c:pt>
                <c:pt idx="22">
                  <c:v>1.180430879712747</c:v>
                </c:pt>
                <c:pt idx="23">
                  <c:v>1.0242369838420109</c:v>
                </c:pt>
                <c:pt idx="24">
                  <c:v>0.9646063093100794</c:v>
                </c:pt>
                <c:pt idx="25">
                  <c:v>0.93421390100025636</c:v>
                </c:pt>
                <c:pt idx="26">
                  <c:v>0.87265965632213383</c:v>
                </c:pt>
                <c:pt idx="27">
                  <c:v>0.98037958450884843</c:v>
                </c:pt>
                <c:pt idx="28">
                  <c:v>1.0327006924852531</c:v>
                </c:pt>
                <c:pt idx="29">
                  <c:v>1.09605026929982</c:v>
                </c:pt>
                <c:pt idx="30">
                  <c:v>1.173634265196204</c:v>
                </c:pt>
                <c:pt idx="31">
                  <c:v>1.25147473711208</c:v>
                </c:pt>
                <c:pt idx="32">
                  <c:v>1.148371377276225</c:v>
                </c:pt>
                <c:pt idx="33">
                  <c:v>1.3008463708643241</c:v>
                </c:pt>
                <c:pt idx="34">
                  <c:v>1.328674018979225</c:v>
                </c:pt>
                <c:pt idx="35">
                  <c:v>1.3491921005385989</c:v>
                </c:pt>
                <c:pt idx="36">
                  <c:v>1.4220312900743779</c:v>
                </c:pt>
                <c:pt idx="37">
                  <c:v>1.4865350089766609</c:v>
                </c:pt>
                <c:pt idx="38">
                  <c:v>1.4873044370351369</c:v>
                </c:pt>
                <c:pt idx="39">
                  <c:v>1.441395229546037</c:v>
                </c:pt>
                <c:pt idx="40">
                  <c:v>1.335470633495768</c:v>
                </c:pt>
                <c:pt idx="41">
                  <c:v>1.3061041292639139</c:v>
                </c:pt>
                <c:pt idx="42">
                  <c:v>1.221723518850987</c:v>
                </c:pt>
                <c:pt idx="43">
                  <c:v>1.319440882277507</c:v>
                </c:pt>
                <c:pt idx="44">
                  <c:v>1.38099512695563</c:v>
                </c:pt>
                <c:pt idx="45">
                  <c:v>1.3848422672480121</c:v>
                </c:pt>
                <c:pt idx="46">
                  <c:v>1.4542190305206459</c:v>
                </c:pt>
                <c:pt idx="47">
                  <c:v>1.4779430623236729</c:v>
                </c:pt>
                <c:pt idx="48">
                  <c:v>1.5524493459861499</c:v>
                </c:pt>
                <c:pt idx="49">
                  <c:v>1.6779943575275711</c:v>
                </c:pt>
                <c:pt idx="50">
                  <c:v>1.600153885611695</c:v>
                </c:pt>
                <c:pt idx="51">
                  <c:v>1.5078225185945111</c:v>
                </c:pt>
                <c:pt idx="52">
                  <c:v>1.6009233136701719</c:v>
                </c:pt>
                <c:pt idx="53">
                  <c:v>1.659784560143627</c:v>
                </c:pt>
                <c:pt idx="54">
                  <c:v>1.8379071556809441</c:v>
                </c:pt>
                <c:pt idx="55">
                  <c:v>1.7964862785329569</c:v>
                </c:pt>
                <c:pt idx="56">
                  <c:v>2.0203898435496281</c:v>
                </c:pt>
                <c:pt idx="57">
                  <c:v>1.9086945370607851</c:v>
                </c:pt>
                <c:pt idx="58">
                  <c:v>2.1281097717363422</c:v>
                </c:pt>
                <c:pt idx="59">
                  <c:v>2.275327006924853</c:v>
                </c:pt>
                <c:pt idx="60">
                  <c:v>2.316619646063093</c:v>
                </c:pt>
                <c:pt idx="61">
                  <c:v>2.2755834829443451</c:v>
                </c:pt>
                <c:pt idx="62">
                  <c:v>2.259681969735829</c:v>
                </c:pt>
                <c:pt idx="63">
                  <c:v>2.360861759425493</c:v>
                </c:pt>
                <c:pt idx="64">
                  <c:v>2.1929982046678629</c:v>
                </c:pt>
                <c:pt idx="65">
                  <c:v>2.1473454731982562</c:v>
                </c:pt>
                <c:pt idx="66">
                  <c:v>2.1609387022313409</c:v>
                </c:pt>
                <c:pt idx="67">
                  <c:v>2.2498076429853811</c:v>
                </c:pt>
                <c:pt idx="68">
                  <c:v>2.2832777635291102</c:v>
                </c:pt>
                <c:pt idx="69">
                  <c:v>2.2677609643498329</c:v>
                </c:pt>
                <c:pt idx="70">
                  <c:v>2.3718902282636569</c:v>
                </c:pt>
                <c:pt idx="71">
                  <c:v>2.3774044626827391</c:v>
                </c:pt>
                <c:pt idx="72">
                  <c:v>2.2568607335214161</c:v>
                </c:pt>
                <c:pt idx="73">
                  <c:v>2.349320338548345</c:v>
                </c:pt>
                <c:pt idx="74">
                  <c:v>2.4057450628366239</c:v>
                </c:pt>
                <c:pt idx="75">
                  <c:v>2.5461656835085922</c:v>
                </c:pt>
                <c:pt idx="76">
                  <c:v>2.77571172095409</c:v>
                </c:pt>
                <c:pt idx="77">
                  <c:v>2.8380353936906899</c:v>
                </c:pt>
                <c:pt idx="78">
                  <c:v>3.1331110541164402</c:v>
                </c:pt>
                <c:pt idx="79">
                  <c:v>3.0556552962298018</c:v>
                </c:pt>
                <c:pt idx="80">
                  <c:v>3.1700436009233131</c:v>
                </c:pt>
                <c:pt idx="81">
                  <c:v>3.3395742498076428</c:v>
                </c:pt>
                <c:pt idx="82">
                  <c:v>3.1022056937676319</c:v>
                </c:pt>
                <c:pt idx="83">
                  <c:v>3.0939984611438831</c:v>
                </c:pt>
                <c:pt idx="84">
                  <c:v>2.664401128494486</c:v>
                </c:pt>
                <c:pt idx="85">
                  <c:v>2.7808412413439338</c:v>
                </c:pt>
                <c:pt idx="86">
                  <c:v>2.791100282123621</c:v>
                </c:pt>
                <c:pt idx="87">
                  <c:v>3.0135932290330851</c:v>
                </c:pt>
                <c:pt idx="88">
                  <c:v>3.045139779430623</c:v>
                </c:pt>
                <c:pt idx="89">
                  <c:v>2.7381379840984872</c:v>
                </c:pt>
                <c:pt idx="90">
                  <c:v>2.6175942549371629</c:v>
                </c:pt>
                <c:pt idx="91">
                  <c:v>2.4231854321620929</c:v>
                </c:pt>
                <c:pt idx="92">
                  <c:v>2.393177737881508</c:v>
                </c:pt>
                <c:pt idx="93">
                  <c:v>1.891510643754809</c:v>
                </c:pt>
                <c:pt idx="94">
                  <c:v>1.8037958450884839</c:v>
                </c:pt>
                <c:pt idx="95">
                  <c:v>1.8767632726340091</c:v>
                </c:pt>
                <c:pt idx="96">
                  <c:v>1.940625801487561</c:v>
                </c:pt>
                <c:pt idx="97">
                  <c:v>1.7705822005642471</c:v>
                </c:pt>
                <c:pt idx="98">
                  <c:v>2.0134649910233389</c:v>
                </c:pt>
                <c:pt idx="99">
                  <c:v>2.256988971531162</c:v>
                </c:pt>
                <c:pt idx="100">
                  <c:v>2.2916132341626061</c:v>
                </c:pt>
                <c:pt idx="101">
                  <c:v>2.2953321364452419</c:v>
                </c:pt>
                <c:pt idx="102">
                  <c:v>2.6027186458066169</c:v>
                </c:pt>
                <c:pt idx="103">
                  <c:v>2.6601692741728651</c:v>
                </c:pt>
                <c:pt idx="104">
                  <c:v>2.8180302641703001</c:v>
                </c:pt>
                <c:pt idx="105">
                  <c:v>2.6520902795588608</c:v>
                </c:pt>
                <c:pt idx="106">
                  <c:v>2.6256732495511672</c:v>
                </c:pt>
                <c:pt idx="107">
                  <c:v>2.845088484226725</c:v>
                </c:pt>
                <c:pt idx="108">
                  <c:v>2.69735829699923</c:v>
                </c:pt>
                <c:pt idx="109">
                  <c:v>2.6719671710695052</c:v>
                </c:pt>
                <c:pt idx="110">
                  <c:v>2.841497819953835</c:v>
                </c:pt>
                <c:pt idx="111">
                  <c:v>2.923185432162092</c:v>
                </c:pt>
                <c:pt idx="112">
                  <c:v>2.748653500897666</c:v>
                </c:pt>
                <c:pt idx="113">
                  <c:v>2.832136445242369</c:v>
                </c:pt>
                <c:pt idx="114">
                  <c:v>2.9398563734290839</c:v>
                </c:pt>
                <c:pt idx="115">
                  <c:v>2.908566299051039</c:v>
                </c:pt>
                <c:pt idx="116">
                  <c:v>3.1155424467812258</c:v>
                </c:pt>
                <c:pt idx="117">
                  <c:v>3.1159271608104642</c:v>
                </c:pt>
                <c:pt idx="118">
                  <c:v>3.2013336753013588</c:v>
                </c:pt>
                <c:pt idx="119">
                  <c:v>3.4776865863041801</c:v>
                </c:pt>
                <c:pt idx="120">
                  <c:v>3.502436522185175</c:v>
                </c:pt>
                <c:pt idx="121">
                  <c:v>3.287509617850731</c:v>
                </c:pt>
                <c:pt idx="122">
                  <c:v>3.5761733777891771</c:v>
                </c:pt>
                <c:pt idx="123">
                  <c:v>3.7239035650166712</c:v>
                </c:pt>
                <c:pt idx="124">
                  <c:v>3.6260579635804051</c:v>
                </c:pt>
                <c:pt idx="125">
                  <c:v>3.5287253141831241</c:v>
                </c:pt>
                <c:pt idx="126">
                  <c:v>3.5536034880738652</c:v>
                </c:pt>
                <c:pt idx="127">
                  <c:v>3.1054116440112849</c:v>
                </c:pt>
                <c:pt idx="128">
                  <c:v>2.9547319825596299</c:v>
                </c:pt>
                <c:pt idx="129">
                  <c:v>3.2044113875352651</c:v>
                </c:pt>
                <c:pt idx="130">
                  <c:v>3.0929725570659139</c:v>
                </c:pt>
                <c:pt idx="131">
                  <c:v>3.053090536034881</c:v>
                </c:pt>
                <c:pt idx="132">
                  <c:v>3.294434470377019</c:v>
                </c:pt>
                <c:pt idx="133">
                  <c:v>3.4256219543472679</c:v>
                </c:pt>
                <c:pt idx="134">
                  <c:v>3.4185688638112328</c:v>
                </c:pt>
                <c:pt idx="135">
                  <c:v>3.3899717876378559</c:v>
                </c:pt>
                <c:pt idx="136">
                  <c:v>3.129648627853296</c:v>
                </c:pt>
                <c:pt idx="137">
                  <c:v>3.1405488586817132</c:v>
                </c:pt>
                <c:pt idx="138">
                  <c:v>3.2069761477301868</c:v>
                </c:pt>
                <c:pt idx="139">
                  <c:v>3.2131315721979989</c:v>
                </c:pt>
                <c:pt idx="140">
                  <c:v>3.3661195178250831</c:v>
                </c:pt>
                <c:pt idx="141">
                  <c:v>3.2082585278276481</c:v>
                </c:pt>
                <c:pt idx="142">
                  <c:v>3.2604513977943061</c:v>
                </c:pt>
                <c:pt idx="143">
                  <c:v>3.3844575532187742</c:v>
                </c:pt>
                <c:pt idx="144">
                  <c:v>3.3094383175173121</c:v>
                </c:pt>
                <c:pt idx="145">
                  <c:v>3.4369068992049239</c:v>
                </c:pt>
                <c:pt idx="146">
                  <c:v>3.3776609387022312</c:v>
                </c:pt>
                <c:pt idx="147">
                  <c:v>3.2793023852269809</c:v>
                </c:pt>
                <c:pt idx="148">
                  <c:v>3.353039240830983</c:v>
                </c:pt>
                <c:pt idx="149">
                  <c:v>3.106822262118492</c:v>
                </c:pt>
                <c:pt idx="150">
                  <c:v>3.180174403693254</c:v>
                </c:pt>
                <c:pt idx="151">
                  <c:v>3.2282636573480379</c:v>
                </c:pt>
                <c:pt idx="152">
                  <c:v>3.3458579122852021</c:v>
                </c:pt>
                <c:pt idx="153">
                  <c:v>3.422800718132855</c:v>
                </c:pt>
                <c:pt idx="154">
                  <c:v>3.4569120287253141</c:v>
                </c:pt>
                <c:pt idx="155">
                  <c:v>3.3885611695306488</c:v>
                </c:pt>
                <c:pt idx="156">
                  <c:v>3.243011028468838</c:v>
                </c:pt>
                <c:pt idx="157">
                  <c:v>3.3137984098486788</c:v>
                </c:pt>
                <c:pt idx="158">
                  <c:v>3.3099512695562971</c:v>
                </c:pt>
                <c:pt idx="159">
                  <c:v>3.2743011028468838</c:v>
                </c:pt>
                <c:pt idx="160">
                  <c:v>3.3334188253398311</c:v>
                </c:pt>
                <c:pt idx="161">
                  <c:v>3.3413695819440878</c:v>
                </c:pt>
                <c:pt idx="162">
                  <c:v>3.4583226468325212</c:v>
                </c:pt>
                <c:pt idx="163">
                  <c:v>3.403565016670941</c:v>
                </c:pt>
                <c:pt idx="164">
                  <c:v>3.2927673762503198</c:v>
                </c:pt>
                <c:pt idx="165">
                  <c:v>3.2117209540907918</c:v>
                </c:pt>
                <c:pt idx="166">
                  <c:v>3.2533983072582711</c:v>
                </c:pt>
                <c:pt idx="167">
                  <c:v>3.129648627853296</c:v>
                </c:pt>
                <c:pt idx="168">
                  <c:v>3.2044113875352651</c:v>
                </c:pt>
                <c:pt idx="169">
                  <c:v>3.224672993075147</c:v>
                </c:pt>
                <c:pt idx="170">
                  <c:v>3.2993075147473712</c:v>
                </c:pt>
                <c:pt idx="171">
                  <c:v>3.4165170556552962</c:v>
                </c:pt>
                <c:pt idx="172">
                  <c:v>3.339189535778404</c:v>
                </c:pt>
                <c:pt idx="173">
                  <c:v>3.23506027186458</c:v>
                </c:pt>
                <c:pt idx="174">
                  <c:v>3.1328545780969481</c:v>
                </c:pt>
                <c:pt idx="175">
                  <c:v>2.9853808668889461</c:v>
                </c:pt>
                <c:pt idx="176">
                  <c:v>3.0355219286996671</c:v>
                </c:pt>
                <c:pt idx="177">
                  <c:v>3.1983842010771988</c:v>
                </c:pt>
                <c:pt idx="178">
                  <c:v>3.132085150038471</c:v>
                </c:pt>
                <c:pt idx="179">
                  <c:v>3.0825852782764809</c:v>
                </c:pt>
                <c:pt idx="180">
                  <c:v>2.9764042062067189</c:v>
                </c:pt>
                <c:pt idx="181">
                  <c:v>3.0088484226724801</c:v>
                </c:pt>
                <c:pt idx="182">
                  <c:v>3.1528597076173379</c:v>
                </c:pt>
                <c:pt idx="183">
                  <c:v>3.1443959989740962</c:v>
                </c:pt>
                <c:pt idx="184">
                  <c:v>3.1242626314439601</c:v>
                </c:pt>
                <c:pt idx="185">
                  <c:v>3.1308027699410101</c:v>
                </c:pt>
                <c:pt idx="186">
                  <c:v>3.22492946909464</c:v>
                </c:pt>
                <c:pt idx="187">
                  <c:v>3.294049756347782</c:v>
                </c:pt>
                <c:pt idx="188">
                  <c:v>3.3020005129520391</c:v>
                </c:pt>
                <c:pt idx="189">
                  <c:v>3.2819953834316489</c:v>
                </c:pt>
                <c:pt idx="190">
                  <c:v>3.260579635804052</c:v>
                </c:pt>
                <c:pt idx="191">
                  <c:v>3.3343164914080532</c:v>
                </c:pt>
                <c:pt idx="192">
                  <c:v>3.4379328032828931</c:v>
                </c:pt>
                <c:pt idx="193">
                  <c:v>3.463195691202873</c:v>
                </c:pt>
                <c:pt idx="194">
                  <c:v>3.598871505514234</c:v>
                </c:pt>
                <c:pt idx="195">
                  <c:v>3.683123877917414</c:v>
                </c:pt>
                <c:pt idx="196">
                  <c:v>3.9070274429340861</c:v>
                </c:pt>
                <c:pt idx="197">
                  <c:v>3.997948191844062</c:v>
                </c:pt>
                <c:pt idx="198">
                  <c:v>4.0343677866119521</c:v>
                </c:pt>
                <c:pt idx="199">
                  <c:v>3.9533213644524232</c:v>
                </c:pt>
                <c:pt idx="200">
                  <c:v>4.0557835342395494</c:v>
                </c:pt>
                <c:pt idx="201">
                  <c:v>4.2776352911002817</c:v>
                </c:pt>
                <c:pt idx="202">
                  <c:v>4.1709412669915356</c:v>
                </c:pt>
                <c:pt idx="203">
                  <c:v>4.164401128494486</c:v>
                </c:pt>
                <c:pt idx="204">
                  <c:v>4.2751987689151063</c:v>
                </c:pt>
                <c:pt idx="205">
                  <c:v>4.0120543729161326</c:v>
                </c:pt>
                <c:pt idx="206">
                  <c:v>4.0344960246216974</c:v>
                </c:pt>
                <c:pt idx="207">
                  <c:v>4.1492690433444466</c:v>
                </c:pt>
                <c:pt idx="208">
                  <c:v>3.9871761990253911</c:v>
                </c:pt>
                <c:pt idx="209">
                  <c:v>3.8427802000512949</c:v>
                </c:pt>
                <c:pt idx="210">
                  <c:v>3.8144395998974092</c:v>
                </c:pt>
                <c:pt idx="211">
                  <c:v>3.848037958450885</c:v>
                </c:pt>
                <c:pt idx="212">
                  <c:v>3.853680430879713</c:v>
                </c:pt>
                <c:pt idx="213">
                  <c:v>3.3856116953064892</c:v>
                </c:pt>
                <c:pt idx="214">
                  <c:v>3.4797383944601181</c:v>
                </c:pt>
                <c:pt idx="215">
                  <c:v>3.3595793793280331</c:v>
                </c:pt>
                <c:pt idx="216">
                  <c:v>3.666196460630931</c:v>
                </c:pt>
                <c:pt idx="217">
                  <c:v>3.639394716593999</c:v>
                </c:pt>
                <c:pt idx="218">
                  <c:v>3.5455244934598622</c:v>
                </c:pt>
                <c:pt idx="219">
                  <c:v>3.65375737368556</c:v>
                </c:pt>
                <c:pt idx="220">
                  <c:v>3.3840728391895349</c:v>
                </c:pt>
                <c:pt idx="221">
                  <c:v>3.5586047704539618</c:v>
                </c:pt>
                <c:pt idx="222">
                  <c:v>3.415491151577327</c:v>
                </c:pt>
                <c:pt idx="223">
                  <c:v>3.321364452423698</c:v>
                </c:pt>
                <c:pt idx="224">
                  <c:v>3.507950756604258</c:v>
                </c:pt>
                <c:pt idx="225">
                  <c:v>3.53706078481662</c:v>
                </c:pt>
                <c:pt idx="226">
                  <c:v>3.5493716337522438</c:v>
                </c:pt>
                <c:pt idx="227">
                  <c:v>3.7672480123108492</c:v>
                </c:pt>
                <c:pt idx="228">
                  <c:v>3.648756091305462</c:v>
                </c:pt>
                <c:pt idx="229">
                  <c:v>3.4370351372146701</c:v>
                </c:pt>
                <c:pt idx="230">
                  <c:v>3.0369325468068729</c:v>
                </c:pt>
                <c:pt idx="231">
                  <c:v>3.31046422159528</c:v>
                </c:pt>
                <c:pt idx="232">
                  <c:v>3.4408822775070531</c:v>
                </c:pt>
                <c:pt idx="233">
                  <c:v>3.5918184149781989</c:v>
                </c:pt>
                <c:pt idx="234">
                  <c:v>3.8384201077199278</c:v>
                </c:pt>
                <c:pt idx="235">
                  <c:v>3.9387022313413689</c:v>
                </c:pt>
                <c:pt idx="236">
                  <c:v>3.9681969735829701</c:v>
                </c:pt>
                <c:pt idx="237">
                  <c:v>3.867658373942036</c:v>
                </c:pt>
                <c:pt idx="238">
                  <c:v>4.437676327263401</c:v>
                </c:pt>
                <c:pt idx="239">
                  <c:v>4.9921774814054887</c:v>
                </c:pt>
                <c:pt idx="240">
                  <c:v>5.1879969222877662</c:v>
                </c:pt>
                <c:pt idx="241">
                  <c:v>5.2566042575019241</c:v>
                </c:pt>
                <c:pt idx="242">
                  <c:v>5.3223903565016668</c:v>
                </c:pt>
                <c:pt idx="243">
                  <c:v>5.4162605796358037</c:v>
                </c:pt>
                <c:pt idx="244">
                  <c:v>5.4874326750448832</c:v>
                </c:pt>
                <c:pt idx="245">
                  <c:v>5.6275968196973576</c:v>
                </c:pt>
                <c:pt idx="246">
                  <c:v>5.4361374711464476</c:v>
                </c:pt>
                <c:pt idx="247">
                  <c:v>5.3833034111310596</c:v>
                </c:pt>
                <c:pt idx="248">
                  <c:v>5.1461913311105407</c:v>
                </c:pt>
                <c:pt idx="249">
                  <c:v>4.9816619646063094</c:v>
                </c:pt>
                <c:pt idx="250">
                  <c:v>4.786355475763016</c:v>
                </c:pt>
                <c:pt idx="251">
                  <c:v>5.0550141061810718</c:v>
                </c:pt>
                <c:pt idx="252">
                  <c:v>4.5906642728904847</c:v>
                </c:pt>
                <c:pt idx="253">
                  <c:v>4.6363170043600928</c:v>
                </c:pt>
                <c:pt idx="254">
                  <c:v>4.6885098743267504</c:v>
                </c:pt>
                <c:pt idx="255">
                  <c:v>4.5534752500641176</c:v>
                </c:pt>
                <c:pt idx="256">
                  <c:v>4.5465503975378301</c:v>
                </c:pt>
                <c:pt idx="257">
                  <c:v>3.939471659399846</c:v>
                </c:pt>
                <c:pt idx="258">
                  <c:v>4.1460630931007936</c:v>
                </c:pt>
                <c:pt idx="259">
                  <c:v>4.1415747627596824</c:v>
                </c:pt>
                <c:pt idx="260">
                  <c:v>3.6081046422159528</c:v>
                </c:pt>
                <c:pt idx="261">
                  <c:v>3.8417542959733262</c:v>
                </c:pt>
                <c:pt idx="262">
                  <c:v>4.1164401128494488</c:v>
                </c:pt>
                <c:pt idx="263">
                  <c:v>3.7330084637086429</c:v>
                </c:pt>
                <c:pt idx="264">
                  <c:v>4.0684790972044107</c:v>
                </c:pt>
                <c:pt idx="265">
                  <c:v>4.0369325468068737</c:v>
                </c:pt>
                <c:pt idx="266">
                  <c:v>4.1296486278532951</c:v>
                </c:pt>
                <c:pt idx="267">
                  <c:v>4.1864580661708128</c:v>
                </c:pt>
                <c:pt idx="268">
                  <c:v>4.3488073865093613</c:v>
                </c:pt>
                <c:pt idx="269">
                  <c:v>4.333803539369069</c:v>
                </c:pt>
                <c:pt idx="270">
                  <c:v>4.4321620928443188</c:v>
                </c:pt>
                <c:pt idx="271">
                  <c:v>4.2927673762503202</c:v>
                </c:pt>
                <c:pt idx="272">
                  <c:v>4.189664016414465</c:v>
                </c:pt>
                <c:pt idx="273">
                  <c:v>3.918440625801487</c:v>
                </c:pt>
                <c:pt idx="274">
                  <c:v>4.3399589638368807</c:v>
                </c:pt>
                <c:pt idx="275">
                  <c:v>4.590792510900231</c:v>
                </c:pt>
                <c:pt idx="276">
                  <c:v>4.3118748397024884</c:v>
                </c:pt>
                <c:pt idx="277">
                  <c:v>4.5597589125416773</c:v>
                </c:pt>
                <c:pt idx="278">
                  <c:v>4.8041805591177216</c:v>
                </c:pt>
                <c:pt idx="279">
                  <c:v>4.6823544498589378</c:v>
                </c:pt>
                <c:pt idx="280">
                  <c:v>4.5936137471146443</c:v>
                </c:pt>
                <c:pt idx="281">
                  <c:v>4.9245960502692991</c:v>
                </c:pt>
                <c:pt idx="282">
                  <c:v>4.8793280328289308</c:v>
                </c:pt>
                <c:pt idx="283">
                  <c:v>4.6364452423698381</c:v>
                </c:pt>
                <c:pt idx="284">
                  <c:v>4.4211336240061554</c:v>
                </c:pt>
                <c:pt idx="285">
                  <c:v>4.351372146704283</c:v>
                </c:pt>
                <c:pt idx="286">
                  <c:v>4.1735060271864581</c:v>
                </c:pt>
                <c:pt idx="287">
                  <c:v>4.0756604257501916</c:v>
                </c:pt>
                <c:pt idx="288">
                  <c:v>4.2749422928956138</c:v>
                </c:pt>
                <c:pt idx="289">
                  <c:v>4.2866119517825076</c:v>
                </c:pt>
                <c:pt idx="290">
                  <c:v>4.2626314439599886</c:v>
                </c:pt>
                <c:pt idx="291">
                  <c:v>4.3439343421390104</c:v>
                </c:pt>
                <c:pt idx="292">
                  <c:v>4.6116953064888433</c:v>
                </c:pt>
                <c:pt idx="293">
                  <c:v>5.3167478840728393</c:v>
                </c:pt>
                <c:pt idx="294">
                  <c:v>5.6245191074634517</c:v>
                </c:pt>
                <c:pt idx="295">
                  <c:v>5.5157732751987689</c:v>
                </c:pt>
                <c:pt idx="296">
                  <c:v>6.0788663759938437</c:v>
                </c:pt>
                <c:pt idx="297">
                  <c:v>7.430879712746858</c:v>
                </c:pt>
                <c:pt idx="298">
                  <c:v>7.1043857399333161</c:v>
                </c:pt>
                <c:pt idx="299">
                  <c:v>7.770966914593485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4B-44A0-98FE-D18F9C3DD67E}"/>
            </c:ext>
          </c:extLst>
        </c:ser>
        <c:ser>
          <c:idx val="1"/>
          <c:order val="1"/>
          <c:tx>
            <c:strRef>
              <c:f>수익률!$C$1</c:f>
              <c:strCache>
                <c:ptCount val="1"/>
                <c:pt idx="0">
                  <c:v>Portfolio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수익률!$D$2:$D$301</c:f>
              <c:numCache>
                <c:formatCode>General</c:formatCode>
                <c:ptCount val="300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수익률!$C$2:$C$301</c:f>
              <c:numCache>
                <c:formatCode>General</c:formatCode>
                <c:ptCount val="300"/>
                <c:pt idx="0">
                  <c:v>1</c:v>
                </c:pt>
                <c:pt idx="1">
                  <c:v>1.0707223505284049</c:v>
                </c:pt>
                <c:pt idx="2">
                  <c:v>1.0504511749605601</c:v>
                </c:pt>
                <c:pt idx="3">
                  <c:v>1.0841394797196671</c:v>
                </c:pt>
                <c:pt idx="4">
                  <c:v>1.303608000042394</c:v>
                </c:pt>
                <c:pt idx="5">
                  <c:v>1.3756688608404219</c:v>
                </c:pt>
                <c:pt idx="6">
                  <c:v>1.2722033032824429</c:v>
                </c:pt>
                <c:pt idx="7">
                  <c:v>1.3057906281639511</c:v>
                </c:pt>
                <c:pt idx="8">
                  <c:v>1.2615507803340631</c:v>
                </c:pt>
                <c:pt idx="9">
                  <c:v>1.3639054117475</c:v>
                </c:pt>
                <c:pt idx="10">
                  <c:v>1.5053540617226731</c:v>
                </c:pt>
                <c:pt idx="11">
                  <c:v>1.606956143958693</c:v>
                </c:pt>
                <c:pt idx="12">
                  <c:v>1.786462646242702</c:v>
                </c:pt>
                <c:pt idx="13">
                  <c:v>1.984820709230056</c:v>
                </c:pt>
                <c:pt idx="14">
                  <c:v>2.2964924079291471</c:v>
                </c:pt>
                <c:pt idx="15">
                  <c:v>2.0587929933676321</c:v>
                </c:pt>
                <c:pt idx="16">
                  <c:v>1.956372938157104</c:v>
                </c:pt>
                <c:pt idx="17">
                  <c:v>1.898585507007496</c:v>
                </c:pt>
                <c:pt idx="18">
                  <c:v>1.924271641917086</c:v>
                </c:pt>
                <c:pt idx="19">
                  <c:v>1.972645686584523</c:v>
                </c:pt>
                <c:pt idx="20">
                  <c:v>1.8338308995841761</c:v>
                </c:pt>
                <c:pt idx="21">
                  <c:v>1.8463551625947501</c:v>
                </c:pt>
                <c:pt idx="22">
                  <c:v>1.963109464953618</c:v>
                </c:pt>
                <c:pt idx="23">
                  <c:v>1.741970895429152</c:v>
                </c:pt>
                <c:pt idx="24">
                  <c:v>1.673593646031986</c:v>
                </c:pt>
                <c:pt idx="25">
                  <c:v>1.6884185655050481</c:v>
                </c:pt>
                <c:pt idx="26">
                  <c:v>1.6319797435827541</c:v>
                </c:pt>
                <c:pt idx="27">
                  <c:v>1.8536808159442899</c:v>
                </c:pt>
                <c:pt idx="28">
                  <c:v>2.03014215035346</c:v>
                </c:pt>
                <c:pt idx="29">
                  <c:v>2.042906313608138</c:v>
                </c:pt>
                <c:pt idx="30">
                  <c:v>2.0507172271599909</c:v>
                </c:pt>
                <c:pt idx="31">
                  <c:v>2.123046833903389</c:v>
                </c:pt>
                <c:pt idx="32">
                  <c:v>1.9919028894472011</c:v>
                </c:pt>
                <c:pt idx="33">
                  <c:v>2.1268521933644191</c:v>
                </c:pt>
                <c:pt idx="34">
                  <c:v>2.2268284590664118</c:v>
                </c:pt>
                <c:pt idx="35">
                  <c:v>2.2668019280354792</c:v>
                </c:pt>
                <c:pt idx="36">
                  <c:v>2.2002707187633508</c:v>
                </c:pt>
                <c:pt idx="37">
                  <c:v>2.3227714296206718</c:v>
                </c:pt>
                <c:pt idx="38">
                  <c:v>2.376552919915782</c:v>
                </c:pt>
                <c:pt idx="39">
                  <c:v>2.3762368770333442</c:v>
                </c:pt>
                <c:pt idx="40">
                  <c:v>2.221998401498992</c:v>
                </c:pt>
                <c:pt idx="41">
                  <c:v>2.235313666330105</c:v>
                </c:pt>
                <c:pt idx="42">
                  <c:v>2.18528169250955</c:v>
                </c:pt>
                <c:pt idx="43">
                  <c:v>2.3089324260513848</c:v>
                </c:pt>
                <c:pt idx="44">
                  <c:v>2.4325529634571752</c:v>
                </c:pt>
                <c:pt idx="45">
                  <c:v>2.5097652025246822</c:v>
                </c:pt>
                <c:pt idx="46">
                  <c:v>2.751915889636646</c:v>
                </c:pt>
                <c:pt idx="47">
                  <c:v>2.7646879559942299</c:v>
                </c:pt>
                <c:pt idx="48">
                  <c:v>3.0650678228155601</c:v>
                </c:pt>
                <c:pt idx="49">
                  <c:v>3.3981444602999908</c:v>
                </c:pt>
                <c:pt idx="50">
                  <c:v>3.3371554550172862</c:v>
                </c:pt>
                <c:pt idx="51">
                  <c:v>3.3044504296298891</c:v>
                </c:pt>
                <c:pt idx="52">
                  <c:v>3.4733873674410698</c:v>
                </c:pt>
                <c:pt idx="53">
                  <c:v>3.9402819103197562</c:v>
                </c:pt>
                <c:pt idx="54">
                  <c:v>4.138731182318419</c:v>
                </c:pt>
                <c:pt idx="55">
                  <c:v>4.0563249981830918</c:v>
                </c:pt>
                <c:pt idx="56">
                  <c:v>4.6294081874529107</c:v>
                </c:pt>
                <c:pt idx="57">
                  <c:v>4.6570230106640551</c:v>
                </c:pt>
                <c:pt idx="58">
                  <c:v>5.2456700388320101</c:v>
                </c:pt>
                <c:pt idx="59">
                  <c:v>5.2889322034845563</c:v>
                </c:pt>
                <c:pt idx="60">
                  <c:v>5.1313956785693993</c:v>
                </c:pt>
                <c:pt idx="61">
                  <c:v>5.1817495419725041</c:v>
                </c:pt>
                <c:pt idx="62">
                  <c:v>5.2249502883296399</c:v>
                </c:pt>
                <c:pt idx="63">
                  <c:v>5.4326971117217484</c:v>
                </c:pt>
                <c:pt idx="64">
                  <c:v>5.171763733568012</c:v>
                </c:pt>
                <c:pt idx="65">
                  <c:v>4.9581707976123521</c:v>
                </c:pt>
                <c:pt idx="66">
                  <c:v>4.8841786506041034</c:v>
                </c:pt>
                <c:pt idx="67">
                  <c:v>5.1807333368902677</c:v>
                </c:pt>
                <c:pt idx="68">
                  <c:v>5.3024152303456393</c:v>
                </c:pt>
                <c:pt idx="69">
                  <c:v>5.355161894203385</c:v>
                </c:pt>
                <c:pt idx="70">
                  <c:v>5.9040383910707837</c:v>
                </c:pt>
                <c:pt idx="71">
                  <c:v>5.9058752060547164</c:v>
                </c:pt>
                <c:pt idx="72">
                  <c:v>5.5440715587589056</c:v>
                </c:pt>
                <c:pt idx="73">
                  <c:v>5.5778410947619079</c:v>
                </c:pt>
                <c:pt idx="74">
                  <c:v>5.7437901227023582</c:v>
                </c:pt>
                <c:pt idx="75">
                  <c:v>5.981397889813362</c:v>
                </c:pt>
                <c:pt idx="76">
                  <c:v>6.6833763555559917</c:v>
                </c:pt>
                <c:pt idx="77">
                  <c:v>6.8552493548995201</c:v>
                </c:pt>
                <c:pt idx="78">
                  <c:v>7.4548129439425272</c:v>
                </c:pt>
                <c:pt idx="79">
                  <c:v>7.2492284068520796</c:v>
                </c:pt>
                <c:pt idx="80">
                  <c:v>7.4082177068991131</c:v>
                </c:pt>
                <c:pt idx="81">
                  <c:v>7.2082603895246793</c:v>
                </c:pt>
                <c:pt idx="82">
                  <c:v>6.9219632927745867</c:v>
                </c:pt>
                <c:pt idx="83">
                  <c:v>7.0156138282356606</c:v>
                </c:pt>
                <c:pt idx="84">
                  <c:v>6.3097292572079624</c:v>
                </c:pt>
                <c:pt idx="85">
                  <c:v>6.6166421104312967</c:v>
                </c:pt>
                <c:pt idx="86">
                  <c:v>6.5306334144929163</c:v>
                </c:pt>
                <c:pt idx="87">
                  <c:v>6.8474466397076421</c:v>
                </c:pt>
                <c:pt idx="88">
                  <c:v>6.9263853548120098</c:v>
                </c:pt>
                <c:pt idx="89">
                  <c:v>6.5101590881080558</c:v>
                </c:pt>
                <c:pt idx="90">
                  <c:v>6.2904044282355533</c:v>
                </c:pt>
                <c:pt idx="91">
                  <c:v>5.9989218558665947</c:v>
                </c:pt>
                <c:pt idx="92">
                  <c:v>5.8216073948342588</c:v>
                </c:pt>
                <c:pt idx="93">
                  <c:v>4.8222000983854967</c:v>
                </c:pt>
                <c:pt idx="94">
                  <c:v>4.9505888344401887</c:v>
                </c:pt>
                <c:pt idx="95">
                  <c:v>5.2377466882410548</c:v>
                </c:pt>
                <c:pt idx="96">
                  <c:v>5.2912184341890631</c:v>
                </c:pt>
                <c:pt idx="97">
                  <c:v>5.2119276763738647</c:v>
                </c:pt>
                <c:pt idx="98">
                  <c:v>5.8304530585071239</c:v>
                </c:pt>
                <c:pt idx="99">
                  <c:v>6.6457647887293678</c:v>
                </c:pt>
                <c:pt idx="100">
                  <c:v>7.0200273559266373</c:v>
                </c:pt>
                <c:pt idx="101">
                  <c:v>7.1259891508419431</c:v>
                </c:pt>
                <c:pt idx="102">
                  <c:v>7.5672290547993226</c:v>
                </c:pt>
                <c:pt idx="103">
                  <c:v>7.7451403973745387</c:v>
                </c:pt>
                <c:pt idx="104">
                  <c:v>7.9299269980822373</c:v>
                </c:pt>
                <c:pt idx="105">
                  <c:v>7.7832622129668536</c:v>
                </c:pt>
                <c:pt idx="106">
                  <c:v>7.7250067821566306</c:v>
                </c:pt>
                <c:pt idx="107">
                  <c:v>8.0563753331311645</c:v>
                </c:pt>
                <c:pt idx="108">
                  <c:v>7.6196611629928546</c:v>
                </c:pt>
                <c:pt idx="109">
                  <c:v>7.8175701535642066</c:v>
                </c:pt>
                <c:pt idx="110">
                  <c:v>8.2543677815735652</c:v>
                </c:pt>
                <c:pt idx="111">
                  <c:v>8.39991188402227</c:v>
                </c:pt>
                <c:pt idx="112">
                  <c:v>8.3496600917619421</c:v>
                </c:pt>
                <c:pt idx="113">
                  <c:v>8.7747283463440073</c:v>
                </c:pt>
                <c:pt idx="114">
                  <c:v>8.9862454900238902</c:v>
                </c:pt>
                <c:pt idx="115">
                  <c:v>8.9438498826801229</c:v>
                </c:pt>
                <c:pt idx="116">
                  <c:v>9.3101076263902804</c:v>
                </c:pt>
                <c:pt idx="117">
                  <c:v>9.7996661754158723</c:v>
                </c:pt>
                <c:pt idx="118">
                  <c:v>9.588084290999296</c:v>
                </c:pt>
                <c:pt idx="119">
                  <c:v>10.12172544044547</c:v>
                </c:pt>
                <c:pt idx="120">
                  <c:v>9.9673293624845591</c:v>
                </c:pt>
                <c:pt idx="121">
                  <c:v>9.6190194109430536</c:v>
                </c:pt>
                <c:pt idx="122">
                  <c:v>10.20114326784252</c:v>
                </c:pt>
                <c:pt idx="123">
                  <c:v>10.448255422618679</c:v>
                </c:pt>
                <c:pt idx="124">
                  <c:v>10.314589793125061</c:v>
                </c:pt>
                <c:pt idx="125">
                  <c:v>10.33689867888658</c:v>
                </c:pt>
                <c:pt idx="126">
                  <c:v>11.08726952601547</c:v>
                </c:pt>
                <c:pt idx="127">
                  <c:v>10.92642044815932</c:v>
                </c:pt>
                <c:pt idx="128">
                  <c:v>10.249284546276421</c:v>
                </c:pt>
                <c:pt idx="129">
                  <c:v>10.768137106630711</c:v>
                </c:pt>
                <c:pt idx="130">
                  <c:v>10.609545768116391</c:v>
                </c:pt>
                <c:pt idx="131">
                  <c:v>10.87504363542646</c:v>
                </c:pt>
                <c:pt idx="132">
                  <c:v>11.382998165726161</c:v>
                </c:pt>
                <c:pt idx="133">
                  <c:v>12.012987568510511</c:v>
                </c:pt>
                <c:pt idx="134">
                  <c:v>11.84890861042248</c:v>
                </c:pt>
                <c:pt idx="135">
                  <c:v>11.4537090487696</c:v>
                </c:pt>
                <c:pt idx="136">
                  <c:v>11.035858353678</c:v>
                </c:pt>
                <c:pt idx="137">
                  <c:v>11.404809745303609</c:v>
                </c:pt>
                <c:pt idx="138">
                  <c:v>11.55408625457647</c:v>
                </c:pt>
                <c:pt idx="139">
                  <c:v>12.252176039061769</c:v>
                </c:pt>
                <c:pt idx="140">
                  <c:v>12.88544134783462</c:v>
                </c:pt>
                <c:pt idx="141">
                  <c:v>13.43488488803518</c:v>
                </c:pt>
                <c:pt idx="142">
                  <c:v>13.51946112117003</c:v>
                </c:pt>
                <c:pt idx="143">
                  <c:v>13.764553967362451</c:v>
                </c:pt>
                <c:pt idx="144">
                  <c:v>13.782542874053259</c:v>
                </c:pt>
                <c:pt idx="145">
                  <c:v>14.42082387474157</c:v>
                </c:pt>
                <c:pt idx="146">
                  <c:v>14.870374110056551</c:v>
                </c:pt>
                <c:pt idx="147">
                  <c:v>16.200311694920199</c:v>
                </c:pt>
                <c:pt idx="148">
                  <c:v>16.289184428995561</c:v>
                </c:pt>
                <c:pt idx="149">
                  <c:v>15.30857539362491</c:v>
                </c:pt>
                <c:pt idx="150">
                  <c:v>15.983471599319721</c:v>
                </c:pt>
                <c:pt idx="151">
                  <c:v>15.17325947875943</c:v>
                </c:pt>
                <c:pt idx="152">
                  <c:v>15.860047840940499</c:v>
                </c:pt>
                <c:pt idx="153">
                  <c:v>15.76487614488711</c:v>
                </c:pt>
                <c:pt idx="154">
                  <c:v>16.036218365326299</c:v>
                </c:pt>
                <c:pt idx="155">
                  <c:v>15.908480058787021</c:v>
                </c:pt>
                <c:pt idx="156">
                  <c:v>16.26201393074647</c:v>
                </c:pt>
                <c:pt idx="157">
                  <c:v>16.739351788054499</c:v>
                </c:pt>
                <c:pt idx="158">
                  <c:v>17.32158185712365</c:v>
                </c:pt>
                <c:pt idx="159">
                  <c:v>17.978503285950371</c:v>
                </c:pt>
                <c:pt idx="160">
                  <c:v>18.648419454641871</c:v>
                </c:pt>
                <c:pt idx="161">
                  <c:v>18.59981318198794</c:v>
                </c:pt>
                <c:pt idx="162">
                  <c:v>19.152172131762111</c:v>
                </c:pt>
                <c:pt idx="163">
                  <c:v>20.11794471651336</c:v>
                </c:pt>
                <c:pt idx="164">
                  <c:v>21.36182462690244</c:v>
                </c:pt>
                <c:pt idx="165">
                  <c:v>21.220821250488481</c:v>
                </c:pt>
                <c:pt idx="166">
                  <c:v>21.11304494553324</c:v>
                </c:pt>
                <c:pt idx="167">
                  <c:v>20.679913483742389</c:v>
                </c:pt>
                <c:pt idx="168">
                  <c:v>21.9855658019607</c:v>
                </c:pt>
                <c:pt idx="169">
                  <c:v>23.472236887418742</c:v>
                </c:pt>
                <c:pt idx="170">
                  <c:v>25.188101403739779</c:v>
                </c:pt>
                <c:pt idx="171">
                  <c:v>26.705025597772</c:v>
                </c:pt>
                <c:pt idx="172">
                  <c:v>27.348928782626611</c:v>
                </c:pt>
                <c:pt idx="173">
                  <c:v>27.964341185818199</c:v>
                </c:pt>
                <c:pt idx="174">
                  <c:v>27.829529965692679</c:v>
                </c:pt>
                <c:pt idx="175">
                  <c:v>26.54586203635305</c:v>
                </c:pt>
                <c:pt idx="176">
                  <c:v>26.706586119124911</c:v>
                </c:pt>
                <c:pt idx="177">
                  <c:v>26.351828635022368</c:v>
                </c:pt>
                <c:pt idx="178">
                  <c:v>25.949776845852849</c:v>
                </c:pt>
                <c:pt idx="179">
                  <c:v>25.914260447946379</c:v>
                </c:pt>
                <c:pt idx="180">
                  <c:v>26.469273644923039</c:v>
                </c:pt>
                <c:pt idx="181">
                  <c:v>25.658037531345968</c:v>
                </c:pt>
                <c:pt idx="182">
                  <c:v>26.36385002014342</c:v>
                </c:pt>
                <c:pt idx="183">
                  <c:v>27.619530733487881</c:v>
                </c:pt>
                <c:pt idx="184">
                  <c:v>28.176278541988871</c:v>
                </c:pt>
                <c:pt idx="185">
                  <c:v>27.732155140759211</c:v>
                </c:pt>
                <c:pt idx="186">
                  <c:v>27.311642230515499</c:v>
                </c:pt>
                <c:pt idx="187">
                  <c:v>26.314432421875772</c:v>
                </c:pt>
                <c:pt idx="188">
                  <c:v>26.79126640420527</c:v>
                </c:pt>
                <c:pt idx="189">
                  <c:v>25.386266904620371</c:v>
                </c:pt>
                <c:pt idx="190">
                  <c:v>24.809164545507301</c:v>
                </c:pt>
                <c:pt idx="191">
                  <c:v>25.76595862569598</c:v>
                </c:pt>
                <c:pt idx="192">
                  <c:v>25.689875991616521</c:v>
                </c:pt>
                <c:pt idx="193">
                  <c:v>26.543682312886919</c:v>
                </c:pt>
                <c:pt idx="194">
                  <c:v>27.22904811569186</c:v>
                </c:pt>
                <c:pt idx="195">
                  <c:v>27.88805544763856</c:v>
                </c:pt>
                <c:pt idx="196">
                  <c:v>29.564524141198898</c:v>
                </c:pt>
                <c:pt idx="197">
                  <c:v>29.216970114990119</c:v>
                </c:pt>
                <c:pt idx="198">
                  <c:v>28.901105826605939</c:v>
                </c:pt>
                <c:pt idx="199">
                  <c:v>28.62929060966998</c:v>
                </c:pt>
                <c:pt idx="200">
                  <c:v>27.686748292880509</c:v>
                </c:pt>
                <c:pt idx="201">
                  <c:v>28.504570174997511</c:v>
                </c:pt>
                <c:pt idx="202">
                  <c:v>30.12502845760606</c:v>
                </c:pt>
                <c:pt idx="203">
                  <c:v>30.402430469345639</c:v>
                </c:pt>
                <c:pt idx="204">
                  <c:v>32.184147754935587</c:v>
                </c:pt>
                <c:pt idx="205">
                  <c:v>30.338732323879899</c:v>
                </c:pt>
                <c:pt idx="206">
                  <c:v>30.79408714640703</c:v>
                </c:pt>
                <c:pt idx="207">
                  <c:v>31.94731934919686</c:v>
                </c:pt>
                <c:pt idx="208">
                  <c:v>31.950491032642582</c:v>
                </c:pt>
                <c:pt idx="209">
                  <c:v>31.78960212676116</c:v>
                </c:pt>
                <c:pt idx="210">
                  <c:v>31.312142674031229</c:v>
                </c:pt>
                <c:pt idx="211">
                  <c:v>31.81876865217248</c:v>
                </c:pt>
                <c:pt idx="212">
                  <c:v>31.648202984038161</c:v>
                </c:pt>
                <c:pt idx="213">
                  <c:v>26.94462255031884</c:v>
                </c:pt>
                <c:pt idx="214">
                  <c:v>28.591057966047138</c:v>
                </c:pt>
                <c:pt idx="215">
                  <c:v>27.966719903466149</c:v>
                </c:pt>
                <c:pt idx="216">
                  <c:v>29.611956162056629</c:v>
                </c:pt>
                <c:pt idx="217">
                  <c:v>30.053457538706581</c:v>
                </c:pt>
                <c:pt idx="218">
                  <c:v>30.526271292430369</c:v>
                </c:pt>
                <c:pt idx="219">
                  <c:v>31.03945560049279</c:v>
                </c:pt>
                <c:pt idx="220">
                  <c:v>28.730023431264542</c:v>
                </c:pt>
                <c:pt idx="221">
                  <c:v>29.84313095550565</c:v>
                </c:pt>
                <c:pt idx="222">
                  <c:v>28.097201984809899</c:v>
                </c:pt>
                <c:pt idx="223">
                  <c:v>27.348944037805861</c:v>
                </c:pt>
                <c:pt idx="224">
                  <c:v>27.693094535608811</c:v>
                </c:pt>
                <c:pt idx="225">
                  <c:v>27.993074964433681</c:v>
                </c:pt>
                <c:pt idx="226">
                  <c:v>28.04132326383883</c:v>
                </c:pt>
                <c:pt idx="227">
                  <c:v>28.4143446974361</c:v>
                </c:pt>
                <c:pt idx="228">
                  <c:v>26.967247191748189</c:v>
                </c:pt>
                <c:pt idx="229">
                  <c:v>24.93520998613965</c:v>
                </c:pt>
                <c:pt idx="230">
                  <c:v>22.436898265263888</c:v>
                </c:pt>
                <c:pt idx="231">
                  <c:v>26.761504351871871</c:v>
                </c:pt>
                <c:pt idx="232">
                  <c:v>28.722917135766231</c:v>
                </c:pt>
                <c:pt idx="233">
                  <c:v>29.0700183655524</c:v>
                </c:pt>
                <c:pt idx="234">
                  <c:v>31.214449864580779</c:v>
                </c:pt>
                <c:pt idx="235">
                  <c:v>32.505522867762259</c:v>
                </c:pt>
                <c:pt idx="236">
                  <c:v>32.41818121361289</c:v>
                </c:pt>
                <c:pt idx="237">
                  <c:v>31.474622779886719</c:v>
                </c:pt>
                <c:pt idx="238">
                  <c:v>34.373236288267996</c:v>
                </c:pt>
                <c:pt idx="239">
                  <c:v>36.066770084144359</c:v>
                </c:pt>
                <c:pt idx="240">
                  <c:v>35.715999032440671</c:v>
                </c:pt>
                <c:pt idx="241">
                  <c:v>36.804595044934729</c:v>
                </c:pt>
                <c:pt idx="242">
                  <c:v>38.730122942541101</c:v>
                </c:pt>
                <c:pt idx="243">
                  <c:v>40.584850845387074</c:v>
                </c:pt>
                <c:pt idx="244">
                  <c:v>43.498505204329852</c:v>
                </c:pt>
                <c:pt idx="245">
                  <c:v>45.398786046493889</c:v>
                </c:pt>
                <c:pt idx="246">
                  <c:v>44.691926681855662</c:v>
                </c:pt>
                <c:pt idx="247">
                  <c:v>43.963280940730897</c:v>
                </c:pt>
                <c:pt idx="248">
                  <c:v>42.919086818943477</c:v>
                </c:pt>
                <c:pt idx="249">
                  <c:v>42.41337602418028</c:v>
                </c:pt>
                <c:pt idx="250">
                  <c:v>38.583147463177383</c:v>
                </c:pt>
                <c:pt idx="251">
                  <c:v>42.061604220904023</c:v>
                </c:pt>
                <c:pt idx="252">
                  <c:v>38.889169203658348</c:v>
                </c:pt>
                <c:pt idx="253">
                  <c:v>40.737362536639488</c:v>
                </c:pt>
                <c:pt idx="254">
                  <c:v>42.725093668415553</c:v>
                </c:pt>
                <c:pt idx="255">
                  <c:v>43.434572482521553</c:v>
                </c:pt>
                <c:pt idx="256">
                  <c:v>41.428527718862028</c:v>
                </c:pt>
                <c:pt idx="257">
                  <c:v>35.55527022869164</c:v>
                </c:pt>
                <c:pt idx="258">
                  <c:v>37.221476455150487</c:v>
                </c:pt>
                <c:pt idx="259">
                  <c:v>37.356591747869487</c:v>
                </c:pt>
                <c:pt idx="260">
                  <c:v>33.345914208656112</c:v>
                </c:pt>
                <c:pt idx="261">
                  <c:v>34.045221279305999</c:v>
                </c:pt>
                <c:pt idx="262">
                  <c:v>36.547725075588112</c:v>
                </c:pt>
                <c:pt idx="263">
                  <c:v>35.44905294241628</c:v>
                </c:pt>
                <c:pt idx="264">
                  <c:v>37.602871000864127</c:v>
                </c:pt>
                <c:pt idx="265">
                  <c:v>37.041307896886977</c:v>
                </c:pt>
                <c:pt idx="266">
                  <c:v>36.172261350849297</c:v>
                </c:pt>
                <c:pt idx="267">
                  <c:v>35.581474965043547</c:v>
                </c:pt>
                <c:pt idx="268">
                  <c:v>35.696277655338463</c:v>
                </c:pt>
                <c:pt idx="269">
                  <c:v>35.672708165714702</c:v>
                </c:pt>
                <c:pt idx="270">
                  <c:v>34.227048603644448</c:v>
                </c:pt>
                <c:pt idx="271">
                  <c:v>36.207810650625923</c:v>
                </c:pt>
                <c:pt idx="272">
                  <c:v>35.298060133516053</c:v>
                </c:pt>
                <c:pt idx="273">
                  <c:v>34.27562939743396</c:v>
                </c:pt>
                <c:pt idx="274">
                  <c:v>35.548789906439467</c:v>
                </c:pt>
                <c:pt idx="275">
                  <c:v>36.083377602897329</c:v>
                </c:pt>
                <c:pt idx="276">
                  <c:v>35.135770183941347</c:v>
                </c:pt>
                <c:pt idx="277">
                  <c:v>35.603015034017297</c:v>
                </c:pt>
                <c:pt idx="278">
                  <c:v>35.625200333045903</c:v>
                </c:pt>
                <c:pt idx="279">
                  <c:v>35.591005936192893</c:v>
                </c:pt>
                <c:pt idx="280">
                  <c:v>35.037062515275657</c:v>
                </c:pt>
                <c:pt idx="281">
                  <c:v>35.180817116966722</c:v>
                </c:pt>
                <c:pt idx="282">
                  <c:v>35.124734477124669</c:v>
                </c:pt>
                <c:pt idx="283">
                  <c:v>33.665482713923303</c:v>
                </c:pt>
                <c:pt idx="284">
                  <c:v>33.297605635042061</c:v>
                </c:pt>
                <c:pt idx="285">
                  <c:v>33.058931293551112</c:v>
                </c:pt>
                <c:pt idx="286">
                  <c:v>32.816289671232013</c:v>
                </c:pt>
                <c:pt idx="287">
                  <c:v>32.682126220674391</c:v>
                </c:pt>
                <c:pt idx="288">
                  <c:v>32.561156427404107</c:v>
                </c:pt>
                <c:pt idx="289">
                  <c:v>33.792690061014788</c:v>
                </c:pt>
                <c:pt idx="290">
                  <c:v>33.059947879755804</c:v>
                </c:pt>
                <c:pt idx="291">
                  <c:v>35.341225397818668</c:v>
                </c:pt>
                <c:pt idx="292">
                  <c:v>36.272858958831158</c:v>
                </c:pt>
                <c:pt idx="293">
                  <c:v>38.765023762799999</c:v>
                </c:pt>
                <c:pt idx="294">
                  <c:v>39.458641497923963</c:v>
                </c:pt>
                <c:pt idx="295">
                  <c:v>38.3830380849002</c:v>
                </c:pt>
                <c:pt idx="296">
                  <c:v>38.176092991521422</c:v>
                </c:pt>
                <c:pt idx="297">
                  <c:v>36.811048789896518</c:v>
                </c:pt>
                <c:pt idx="298">
                  <c:v>37.713391553660557</c:v>
                </c:pt>
                <c:pt idx="299">
                  <c:v>38.260199914254493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4B-44A0-98FE-D18F9C3DD6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055343"/>
        <c:axId val="16056303"/>
      </c:lineChart>
      <c:catAx>
        <c:axId val="16055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56303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16056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55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9124234470691177E-2"/>
          <c:y val="7.0022601341498972E-2"/>
          <c:w val="0.32014176507909747"/>
          <c:h val="0.15625109361329836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'[5x5_GP_IVOL_kospi200_comparison.xlsx]로그수익률'!$B$1</c:f>
              <c:strCache>
                <c:ptCount val="1"/>
                <c:pt idx="0">
                  <c:v>KSP200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'[5x5_GP_IVOL_kospi200_comparison.xlsx]로그수익률'!$D$2:$D$301</c:f>
              <c:numCache>
                <c:formatCode>General</c:formatCode>
                <c:ptCount val="300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'[5x5_GP_IVOL_kospi200_comparison.xlsx]로그수익률'!$B$2:$B$301</c:f>
              <c:numCache>
                <c:formatCode>General</c:formatCode>
                <c:ptCount val="300"/>
                <c:pt idx="0">
                  <c:v>0</c:v>
                </c:pt>
                <c:pt idx="1">
                  <c:v>-7.7843708079058313E-2</c:v>
                </c:pt>
                <c:pt idx="2">
                  <c:v>-0.179606599820607</c:v>
                </c:pt>
                <c:pt idx="3">
                  <c:v>-7.3555714787759935E-2</c:v>
                </c:pt>
                <c:pt idx="4">
                  <c:v>-2.45355333660199E-2</c:v>
                </c:pt>
                <c:pt idx="5">
                  <c:v>-6.3256962587185439E-2</c:v>
                </c:pt>
                <c:pt idx="6">
                  <c:v>-0.15205831618839269</c:v>
                </c:pt>
                <c:pt idx="7">
                  <c:v>-0.1455106737485366</c:v>
                </c:pt>
                <c:pt idx="8">
                  <c:v>-0.28044152802085542</c:v>
                </c:pt>
                <c:pt idx="9">
                  <c:v>-0.1601530988093573</c:v>
                </c:pt>
                <c:pt idx="10">
                  <c:v>2.5949180824503541E-2</c:v>
                </c:pt>
                <c:pt idx="11">
                  <c:v>0.1091108480472225</c:v>
                </c:pt>
                <c:pt idx="12">
                  <c:v>0.17603957693565461</c:v>
                </c:pt>
                <c:pt idx="13">
                  <c:v>0.27458046195936742</c:v>
                </c:pt>
                <c:pt idx="14">
                  <c:v>0.36061689493104881</c:v>
                </c:pt>
                <c:pt idx="15">
                  <c:v>0.31065920397382341</c:v>
                </c:pt>
                <c:pt idx="16">
                  <c:v>0.2566859720828169</c:v>
                </c:pt>
                <c:pt idx="17">
                  <c:v>0.1835390764086455</c:v>
                </c:pt>
                <c:pt idx="18">
                  <c:v>0.14513348617706959</c:v>
                </c:pt>
                <c:pt idx="19">
                  <c:v>0.17129665546505521</c:v>
                </c:pt>
                <c:pt idx="20">
                  <c:v>4.2554271154114559E-2</c:v>
                </c:pt>
                <c:pt idx="21">
                  <c:v>6.3592318306951182E-2</c:v>
                </c:pt>
                <c:pt idx="22">
                  <c:v>0.1658795241246355</c:v>
                </c:pt>
                <c:pt idx="23">
                  <c:v>2.3947929374846209E-2</c:v>
                </c:pt>
                <c:pt idx="24">
                  <c:v>-3.6035230512261048E-2</c:v>
                </c:pt>
                <c:pt idx="25">
                  <c:v>-6.804985091323755E-2</c:v>
                </c:pt>
                <c:pt idx="26">
                  <c:v>-0.13620965445697619</c:v>
                </c:pt>
                <c:pt idx="27">
                  <c:v>-1.981545117937995E-2</c:v>
                </c:pt>
                <c:pt idx="28">
                  <c:v>3.217740225300228E-2</c:v>
                </c:pt>
                <c:pt idx="29">
                  <c:v>9.1713053623475302E-2</c:v>
                </c:pt>
                <c:pt idx="30">
                  <c:v>0.1601051440770363</c:v>
                </c:pt>
                <c:pt idx="31">
                  <c:v>0.22432264559891851</c:v>
                </c:pt>
                <c:pt idx="32">
                  <c:v>0.13834474495226939</c:v>
                </c:pt>
                <c:pt idx="33">
                  <c:v>0.26301510713446452</c:v>
                </c:pt>
                <c:pt idx="34">
                  <c:v>0.28418146670920907</c:v>
                </c:pt>
                <c:pt idx="35">
                  <c:v>0.29950596926574502</c:v>
                </c:pt>
                <c:pt idx="36">
                  <c:v>0.35208633541067308</c:v>
                </c:pt>
                <c:pt idx="37">
                  <c:v>0.39644791445797573</c:v>
                </c:pt>
                <c:pt idx="38">
                  <c:v>0.3969653788938432</c:v>
                </c:pt>
                <c:pt idx="39">
                  <c:v>0.36561155390513939</c:v>
                </c:pt>
                <c:pt idx="40">
                  <c:v>0.28928376418030172</c:v>
                </c:pt>
                <c:pt idx="41">
                  <c:v>0.26704875911836351</c:v>
                </c:pt>
                <c:pt idx="42">
                  <c:v>0.2002625821642367</c:v>
                </c:pt>
                <c:pt idx="43">
                  <c:v>0.27720807283326748</c:v>
                </c:pt>
                <c:pt idx="44">
                  <c:v>0.32280434578633821</c:v>
                </c:pt>
                <c:pt idx="45">
                  <c:v>0.32558624669021691</c:v>
                </c:pt>
                <c:pt idx="46">
                  <c:v>0.37446900773920039</c:v>
                </c:pt>
                <c:pt idx="47">
                  <c:v>0.39065129832230661</c:v>
                </c:pt>
                <c:pt idx="48">
                  <c:v>0.4398339069090898</c:v>
                </c:pt>
                <c:pt idx="49">
                  <c:v>0.51759924542170355</c:v>
                </c:pt>
                <c:pt idx="50">
                  <c:v>0.470099803128189</c:v>
                </c:pt>
                <c:pt idx="51">
                  <c:v>0.41066656941965762</c:v>
                </c:pt>
                <c:pt idx="52">
                  <c:v>0.47058053384812731</c:v>
                </c:pt>
                <c:pt idx="53">
                  <c:v>0.50668781089989545</c:v>
                </c:pt>
                <c:pt idx="54">
                  <c:v>0.60862750888230166</c:v>
                </c:pt>
                <c:pt idx="55">
                  <c:v>0.58583268965357127</c:v>
                </c:pt>
                <c:pt idx="56">
                  <c:v>0.70329048464883237</c:v>
                </c:pt>
                <c:pt idx="57">
                  <c:v>0.64641951992397051</c:v>
                </c:pt>
                <c:pt idx="58">
                  <c:v>0.75523415461153209</c:v>
                </c:pt>
                <c:pt idx="59">
                  <c:v>0.82212378138103681</c:v>
                </c:pt>
                <c:pt idx="60">
                  <c:v>0.84010907403919788</c:v>
                </c:pt>
                <c:pt idx="61">
                  <c:v>0.82223649553805422</c:v>
                </c:pt>
                <c:pt idx="62">
                  <c:v>0.8152240820261879</c:v>
                </c:pt>
                <c:pt idx="63">
                  <c:v>0.85902670468458076</c:v>
                </c:pt>
                <c:pt idx="64">
                  <c:v>0.78526965077051103</c:v>
                </c:pt>
                <c:pt idx="65">
                  <c:v>0.76423241568576228</c:v>
                </c:pt>
                <c:pt idx="66">
                  <c:v>0.7705427116579997</c:v>
                </c:pt>
                <c:pt idx="67">
                  <c:v>0.81084472055518142</c:v>
                </c:pt>
                <c:pt idx="68">
                  <c:v>0.82561202616933549</c:v>
                </c:pt>
                <c:pt idx="69">
                  <c:v>0.81879298540359124</c:v>
                </c:pt>
                <c:pt idx="70">
                  <c:v>0.86368720192956139</c:v>
                </c:pt>
                <c:pt idx="71">
                  <c:v>0.86600933069004959</c:v>
                </c:pt>
                <c:pt idx="72">
                  <c:v>0.81397479168766829</c:v>
                </c:pt>
                <c:pt idx="73">
                  <c:v>0.8541260686855785</c:v>
                </c:pt>
                <c:pt idx="74">
                  <c:v>0.87785965301767288</c:v>
                </c:pt>
                <c:pt idx="75">
                  <c:v>0.93458857402280926</c:v>
                </c:pt>
                <c:pt idx="76">
                  <c:v>1.0209071903335381</c:v>
                </c:pt>
                <c:pt idx="77">
                  <c:v>1.043112050009869</c:v>
                </c:pt>
                <c:pt idx="78">
                  <c:v>1.142026457915871</c:v>
                </c:pt>
                <c:pt idx="79">
                  <c:v>1.1169940692060349</c:v>
                </c:pt>
                <c:pt idx="80">
                  <c:v>1.153745342029084</c:v>
                </c:pt>
                <c:pt idx="81">
                  <c:v>1.205843328746131</c:v>
                </c:pt>
                <c:pt idx="82">
                  <c:v>1.132113372603526</c:v>
                </c:pt>
                <c:pt idx="83">
                  <c:v>1.1294642547829039</c:v>
                </c:pt>
                <c:pt idx="84">
                  <c:v>0.97997931510224345</c:v>
                </c:pt>
                <c:pt idx="85">
                  <c:v>1.0227534867269239</c:v>
                </c:pt>
                <c:pt idx="86">
                  <c:v>1.026435884443855</c:v>
                </c:pt>
                <c:pt idx="87">
                  <c:v>1.1031331305897081</c:v>
                </c:pt>
                <c:pt idx="88">
                  <c:v>1.1135468046831949</c:v>
                </c:pt>
                <c:pt idx="89">
                  <c:v>1.007278121541817</c:v>
                </c:pt>
                <c:pt idx="90">
                  <c:v>0.96225567264131939</c:v>
                </c:pt>
                <c:pt idx="91">
                  <c:v>0.88508296889460092</c:v>
                </c:pt>
                <c:pt idx="92">
                  <c:v>0.87262208025142463</c:v>
                </c:pt>
                <c:pt idx="93">
                  <c:v>0.63737579222542318</c:v>
                </c:pt>
                <c:pt idx="94">
                  <c:v>0.58989324732542092</c:v>
                </c:pt>
                <c:pt idx="95">
                  <c:v>0.6295486295834436</c:v>
                </c:pt>
                <c:pt idx="96">
                  <c:v>0.66301049914448362</c:v>
                </c:pt>
                <c:pt idx="97">
                  <c:v>0.57130841937360965</c:v>
                </c:pt>
                <c:pt idx="98">
                  <c:v>0.69985711403297901</c:v>
                </c:pt>
                <c:pt idx="99">
                  <c:v>0.8140316114837004</c:v>
                </c:pt>
                <c:pt idx="100">
                  <c:v>0.829256038610931</c:v>
                </c:pt>
                <c:pt idx="101">
                  <c:v>0.83087755480395731</c:v>
                </c:pt>
                <c:pt idx="102">
                  <c:v>0.95655653173657507</c:v>
                </c:pt>
                <c:pt idx="103">
                  <c:v>0.97838975767595759</c:v>
                </c:pt>
                <c:pt idx="104">
                  <c:v>1.0360381530108349</c:v>
                </c:pt>
                <c:pt idx="105">
                  <c:v>0.97534811381013375</c:v>
                </c:pt>
                <c:pt idx="106">
                  <c:v>0.96533733917872744</c:v>
                </c:pt>
                <c:pt idx="107">
                  <c:v>1.0455941687560619</c:v>
                </c:pt>
                <c:pt idx="108">
                  <c:v>0.99227288553743109</c:v>
                </c:pt>
                <c:pt idx="109">
                  <c:v>0.98281496932253964</c:v>
                </c:pt>
                <c:pt idx="110">
                  <c:v>1.0443313145380759</c:v>
                </c:pt>
                <c:pt idx="111">
                  <c:v>1.0726739231049991</c:v>
                </c:pt>
                <c:pt idx="112">
                  <c:v>1.0111111557304</c:v>
                </c:pt>
                <c:pt idx="113">
                  <c:v>1.041031354488084</c:v>
                </c:pt>
                <c:pt idx="114">
                  <c:v>1.078360727582123</c:v>
                </c:pt>
                <c:pt idx="115">
                  <c:v>1.0676602790378931</c:v>
                </c:pt>
                <c:pt idx="116">
                  <c:v>1.136403277297461</c:v>
                </c:pt>
                <c:pt idx="117">
                  <c:v>1.1365267518721449</c:v>
                </c:pt>
                <c:pt idx="118">
                  <c:v>1.1635674965113909</c:v>
                </c:pt>
                <c:pt idx="119">
                  <c:v>1.2463672986756149</c:v>
                </c:pt>
                <c:pt idx="120">
                  <c:v>1.2534588754916789</c:v>
                </c:pt>
                <c:pt idx="121">
                  <c:v>1.190130323081575</c:v>
                </c:pt>
                <c:pt idx="122">
                  <c:v>1.274293339857776</c:v>
                </c:pt>
                <c:pt idx="123">
                  <c:v>1.314772463541575</c:v>
                </c:pt>
                <c:pt idx="124">
                  <c:v>1.2881460977483019</c:v>
                </c:pt>
                <c:pt idx="125">
                  <c:v>1.2609367049346309</c:v>
                </c:pt>
                <c:pt idx="126">
                  <c:v>1.2679621557181771</c:v>
                </c:pt>
                <c:pt idx="127">
                  <c:v>1.1331462811590121</c:v>
                </c:pt>
                <c:pt idx="128">
                  <c:v>1.083407947103189</c:v>
                </c:pt>
                <c:pt idx="129">
                  <c:v>1.164528419070918</c:v>
                </c:pt>
                <c:pt idx="130">
                  <c:v>1.129132621069298</c:v>
                </c:pt>
                <c:pt idx="131">
                  <c:v>1.1161543680902759</c:v>
                </c:pt>
                <c:pt idx="132">
                  <c:v>1.192234520561386</c:v>
                </c:pt>
                <c:pt idx="133">
                  <c:v>1.231283047738416</c:v>
                </c:pt>
                <c:pt idx="134">
                  <c:v>1.2292220026214209</c:v>
                </c:pt>
                <c:pt idx="135">
                  <c:v>1.2208215991270079</c:v>
                </c:pt>
                <c:pt idx="136">
                  <c:v>1.140920738778705</c:v>
                </c:pt>
                <c:pt idx="137">
                  <c:v>1.144397580403671</c:v>
                </c:pt>
                <c:pt idx="138">
                  <c:v>1.165328483118715</c:v>
                </c:pt>
                <c:pt idx="139">
                  <c:v>1.1672460292479869</c:v>
                </c:pt>
                <c:pt idx="140">
                  <c:v>1.2137606025134899</c:v>
                </c:pt>
                <c:pt idx="141">
                  <c:v>1.1657282752321441</c:v>
                </c:pt>
                <c:pt idx="142">
                  <c:v>1.1818656513742181</c:v>
                </c:pt>
                <c:pt idx="143">
                  <c:v>1.219193643365875</c:v>
                </c:pt>
                <c:pt idx="144">
                  <c:v>1.196778482396597</c:v>
                </c:pt>
                <c:pt idx="145">
                  <c:v>1.234571909693112</c:v>
                </c:pt>
                <c:pt idx="146">
                  <c:v>1.2171834399619039</c:v>
                </c:pt>
                <c:pt idx="147">
                  <c:v>1.187630712344075</c:v>
                </c:pt>
                <c:pt idx="148">
                  <c:v>1.209867170616022</c:v>
                </c:pt>
                <c:pt idx="149">
                  <c:v>1.1336004231481149</c:v>
                </c:pt>
                <c:pt idx="150">
                  <c:v>1.156936039216909</c:v>
                </c:pt>
                <c:pt idx="151">
                  <c:v>1.171944425308908</c:v>
                </c:pt>
                <c:pt idx="152">
                  <c:v>1.207723136715332</c:v>
                </c:pt>
                <c:pt idx="153">
                  <c:v>1.2304591393703339</c:v>
                </c:pt>
                <c:pt idx="154">
                  <c:v>1.24037571332768</c:v>
                </c:pt>
                <c:pt idx="155">
                  <c:v>1.2204053975280831</c:v>
                </c:pt>
                <c:pt idx="156">
                  <c:v>1.1765022280190089</c:v>
                </c:pt>
                <c:pt idx="157">
                  <c:v>1.198095087295584</c:v>
                </c:pt>
                <c:pt idx="158">
                  <c:v>1.196933467092169</c:v>
                </c:pt>
                <c:pt idx="159">
                  <c:v>1.186104442602528</c:v>
                </c:pt>
                <c:pt idx="160">
                  <c:v>1.203998451598991</c:v>
                </c:pt>
                <c:pt idx="161">
                  <c:v>1.2063807774135269</c:v>
                </c:pt>
                <c:pt idx="162">
                  <c:v>1.240783687371354</c:v>
                </c:pt>
                <c:pt idx="163">
                  <c:v>1.2248234166089531</c:v>
                </c:pt>
                <c:pt idx="164">
                  <c:v>1.191728359007177</c:v>
                </c:pt>
                <c:pt idx="165">
                  <c:v>1.166806916249175</c:v>
                </c:pt>
                <c:pt idx="166">
                  <c:v>1.1797000830507851</c:v>
                </c:pt>
                <c:pt idx="167">
                  <c:v>1.140920738778705</c:v>
                </c:pt>
                <c:pt idx="168">
                  <c:v>1.164528419070918</c:v>
                </c:pt>
                <c:pt idx="169">
                  <c:v>1.1708315476105839</c:v>
                </c:pt>
                <c:pt idx="170">
                  <c:v>1.19371260243615</c:v>
                </c:pt>
                <c:pt idx="171">
                  <c:v>1.228621627368865</c:v>
                </c:pt>
                <c:pt idx="172">
                  <c:v>1.2057281235848121</c:v>
                </c:pt>
                <c:pt idx="173">
                  <c:v>1.1740475589584649</c:v>
                </c:pt>
                <c:pt idx="174">
                  <c:v>1.141944594709243</c:v>
                </c:pt>
                <c:pt idx="175">
                  <c:v>1.0937273323028309</c:v>
                </c:pt>
                <c:pt idx="176">
                  <c:v>1.110383379643848</c:v>
                </c:pt>
                <c:pt idx="177">
                  <c:v>1.162645745118607</c:v>
                </c:pt>
                <c:pt idx="178">
                  <c:v>1.1416989648721709</c:v>
                </c:pt>
                <c:pt idx="179">
                  <c:v>1.1257686209701909</c:v>
                </c:pt>
                <c:pt idx="180">
                  <c:v>1.0907159297259399</c:v>
                </c:pt>
                <c:pt idx="181">
                  <c:v>1.101557421727178</c:v>
                </c:pt>
                <c:pt idx="182">
                  <c:v>1.1483098846847439</c:v>
                </c:pt>
                <c:pt idx="183">
                  <c:v>1.145621820507605</c:v>
                </c:pt>
                <c:pt idx="184">
                  <c:v>1.139198297407978</c:v>
                </c:pt>
                <c:pt idx="185">
                  <c:v>1.141289447687202</c:v>
                </c:pt>
                <c:pt idx="186">
                  <c:v>1.170911079960409</c:v>
                </c:pt>
                <c:pt idx="187">
                  <c:v>1.1921177367864131</c:v>
                </c:pt>
                <c:pt idx="188">
                  <c:v>1.1945285008437869</c:v>
                </c:pt>
                <c:pt idx="189">
                  <c:v>1.1884515860342619</c:v>
                </c:pt>
                <c:pt idx="190">
                  <c:v>1.1819049819675249</c:v>
                </c:pt>
                <c:pt idx="191">
                  <c:v>1.204267708259912</c:v>
                </c:pt>
                <c:pt idx="192">
                  <c:v>1.234870361476712</c:v>
                </c:pt>
                <c:pt idx="193">
                  <c:v>1.2421917729784451</c:v>
                </c:pt>
                <c:pt idx="194">
                  <c:v>1.2806203256293669</c:v>
                </c:pt>
                <c:pt idx="195">
                  <c:v>1.3037612719549569</c:v>
                </c:pt>
                <c:pt idx="196">
                  <c:v>1.3627768400907749</c:v>
                </c:pt>
                <c:pt idx="197">
                  <c:v>1.385781277476003</c:v>
                </c:pt>
                <c:pt idx="198">
                  <c:v>1.394849607069726</c:v>
                </c:pt>
                <c:pt idx="199">
                  <c:v>1.3745560773553409</c:v>
                </c:pt>
                <c:pt idx="200">
                  <c:v>1.400143895594363</c:v>
                </c:pt>
                <c:pt idx="201">
                  <c:v>1.4534003548288159</c:v>
                </c:pt>
                <c:pt idx="202">
                  <c:v>1.428141733838163</c:v>
                </c:pt>
                <c:pt idx="203">
                  <c:v>1.4265724786045171</c:v>
                </c:pt>
                <c:pt idx="204">
                  <c:v>1.4528305969604911</c:v>
                </c:pt>
                <c:pt idx="205">
                  <c:v>1.3893034225791729</c:v>
                </c:pt>
                <c:pt idx="206">
                  <c:v>1.3948813929599719</c:v>
                </c:pt>
                <c:pt idx="207">
                  <c:v>1.4229321845953009</c:v>
                </c:pt>
                <c:pt idx="208">
                  <c:v>1.383083260807568</c:v>
                </c:pt>
                <c:pt idx="209">
                  <c:v>1.346196115060547</c:v>
                </c:pt>
                <c:pt idx="210">
                  <c:v>1.338793760079463</c:v>
                </c:pt>
                <c:pt idx="211">
                  <c:v>1.3475633972170951</c:v>
                </c:pt>
                <c:pt idx="212">
                  <c:v>1.349028647737331</c:v>
                </c:pt>
                <c:pt idx="213">
                  <c:v>1.2195345976623599</c:v>
                </c:pt>
                <c:pt idx="214">
                  <c:v>1.2469571169549629</c:v>
                </c:pt>
                <c:pt idx="215">
                  <c:v>1.2118157814150521</c:v>
                </c:pt>
                <c:pt idx="216">
                  <c:v>1.2991547378973181</c:v>
                </c:pt>
                <c:pt idx="217">
                  <c:v>1.291817381171491</c:v>
                </c:pt>
                <c:pt idx="218">
                  <c:v>1.26568610206124</c:v>
                </c:pt>
                <c:pt idx="219">
                  <c:v>1.2957560555557019</c:v>
                </c:pt>
                <c:pt idx="220">
                  <c:v>1.219079966095522</c:v>
                </c:pt>
                <c:pt idx="221">
                  <c:v>1.2693685496320379</c:v>
                </c:pt>
                <c:pt idx="222">
                  <c:v>1.2283213045195469</c:v>
                </c:pt>
                <c:pt idx="223">
                  <c:v>1.2003756781450861</c:v>
                </c:pt>
                <c:pt idx="224">
                  <c:v>1.255032036955384</c:v>
                </c:pt>
                <c:pt idx="225">
                  <c:v>1.26329609549174</c:v>
                </c:pt>
                <c:pt idx="226">
                  <c:v>1.2667705832433329</c:v>
                </c:pt>
                <c:pt idx="227">
                  <c:v>1.326344764692615</c:v>
                </c:pt>
                <c:pt idx="228">
                  <c:v>1.2943863126073261</c:v>
                </c:pt>
                <c:pt idx="229">
                  <c:v>1.2346092210376309</c:v>
                </c:pt>
                <c:pt idx="230">
                  <c:v>1.1108479753483591</c:v>
                </c:pt>
                <c:pt idx="231">
                  <c:v>1.1970884277712071</c:v>
                </c:pt>
                <c:pt idx="232">
                  <c:v>1.2357279145204469</c:v>
                </c:pt>
                <c:pt idx="233">
                  <c:v>1.2786585965391299</c:v>
                </c:pt>
                <c:pt idx="234">
                  <c:v>1.3450608516577069</c:v>
                </c:pt>
                <c:pt idx="235">
                  <c:v>1.370851286143095</c:v>
                </c:pt>
                <c:pt idx="236">
                  <c:v>1.3783118287104781</c:v>
                </c:pt>
                <c:pt idx="237">
                  <c:v>1.3526492525793501</c:v>
                </c:pt>
                <c:pt idx="238">
                  <c:v>1.4901308897334209</c:v>
                </c:pt>
                <c:pt idx="239">
                  <c:v>1.607872183601291</c:v>
                </c:pt>
                <c:pt idx="240">
                  <c:v>1.6463476732172759</c:v>
                </c:pt>
                <c:pt idx="241">
                  <c:v>1.659485239852452</c:v>
                </c:pt>
                <c:pt idx="242">
                  <c:v>1.6719225175736281</c:v>
                </c:pt>
                <c:pt idx="243">
                  <c:v>1.6894056473838619</c:v>
                </c:pt>
                <c:pt idx="244">
                  <c:v>1.702460509541496</c:v>
                </c:pt>
                <c:pt idx="245">
                  <c:v>1.7276824983948389</c:v>
                </c:pt>
                <c:pt idx="246">
                  <c:v>1.6930687849953401</c:v>
                </c:pt>
                <c:pt idx="247">
                  <c:v>1.6833022026812809</c:v>
                </c:pt>
                <c:pt idx="248">
                  <c:v>1.6382568937184201</c:v>
                </c:pt>
                <c:pt idx="249">
                  <c:v>1.6057635631944069</c:v>
                </c:pt>
                <c:pt idx="250">
                  <c:v>1.56576926081137</c:v>
                </c:pt>
                <c:pt idx="251">
                  <c:v>1.620380643008813</c:v>
                </c:pt>
                <c:pt idx="252">
                  <c:v>1.5240247353639029</c:v>
                </c:pt>
                <c:pt idx="253">
                  <c:v>1.5339203019922569</c:v>
                </c:pt>
                <c:pt idx="254">
                  <c:v>1.5451148079490691</c:v>
                </c:pt>
                <c:pt idx="255">
                  <c:v>1.515890732645667</c:v>
                </c:pt>
                <c:pt idx="256">
                  <c:v>1.5143687910311869</c:v>
                </c:pt>
                <c:pt idx="257">
                  <c:v>1.3710466177190661</c:v>
                </c:pt>
                <c:pt idx="258">
                  <c:v>1.422159231722399</c:v>
                </c:pt>
                <c:pt idx="259">
                  <c:v>1.421076092990234</c:v>
                </c:pt>
                <c:pt idx="260">
                  <c:v>1.283182604611276</c:v>
                </c:pt>
                <c:pt idx="261">
                  <c:v>1.345929110186121</c:v>
                </c:pt>
                <c:pt idx="262">
                  <c:v>1.4149887395755649</c:v>
                </c:pt>
                <c:pt idx="263">
                  <c:v>1.317214467197126</c:v>
                </c:pt>
                <c:pt idx="264">
                  <c:v>1.403269243425858</c:v>
                </c:pt>
                <c:pt idx="265">
                  <c:v>1.395485132988797</c:v>
                </c:pt>
                <c:pt idx="266">
                  <c:v>1.418192325351979</c:v>
                </c:pt>
                <c:pt idx="267">
                  <c:v>1.4318550461714381</c:v>
                </c:pt>
                <c:pt idx="268">
                  <c:v>1.4699016434899299</c:v>
                </c:pt>
                <c:pt idx="269">
                  <c:v>1.4664455719919121</c:v>
                </c:pt>
                <c:pt idx="270">
                  <c:v>1.488887522071394</c:v>
                </c:pt>
                <c:pt idx="271">
                  <c:v>1.4569316010168309</c:v>
                </c:pt>
                <c:pt idx="272">
                  <c:v>1.4326205437056421</c:v>
                </c:pt>
                <c:pt idx="273">
                  <c:v>1.3656937751187079</c:v>
                </c:pt>
                <c:pt idx="274">
                  <c:v>1.4678648927304869</c:v>
                </c:pt>
                <c:pt idx="275">
                  <c:v>1.524052669495223</c:v>
                </c:pt>
                <c:pt idx="276">
                  <c:v>1.4613728071424099</c:v>
                </c:pt>
                <c:pt idx="277">
                  <c:v>1.517269752071974</c:v>
                </c:pt>
                <c:pt idx="278">
                  <c:v>1.5694864886733231</c:v>
                </c:pt>
                <c:pt idx="279">
                  <c:v>1.543801071000124</c:v>
                </c:pt>
                <c:pt idx="280">
                  <c:v>1.524667023047078</c:v>
                </c:pt>
                <c:pt idx="281">
                  <c:v>1.5942422510103189</c:v>
                </c:pt>
                <c:pt idx="282">
                  <c:v>1.585007512192997</c:v>
                </c:pt>
                <c:pt idx="283">
                  <c:v>1.533947961066509</c:v>
                </c:pt>
                <c:pt idx="284">
                  <c:v>1.4863961392247469</c:v>
                </c:pt>
                <c:pt idx="285">
                  <c:v>1.4704912313850831</c:v>
                </c:pt>
                <c:pt idx="286">
                  <c:v>1.428756456463945</c:v>
                </c:pt>
                <c:pt idx="287">
                  <c:v>1.405032801230039</c:v>
                </c:pt>
                <c:pt idx="288">
                  <c:v>1.452770603559747</c:v>
                </c:pt>
                <c:pt idx="289">
                  <c:v>1.455496666090037</c:v>
                </c:pt>
                <c:pt idx="290">
                  <c:v>1.4498866794268419</c:v>
                </c:pt>
                <c:pt idx="291">
                  <c:v>1.4687804679085239</c:v>
                </c:pt>
                <c:pt idx="292">
                  <c:v>1.5285955348490401</c:v>
                </c:pt>
                <c:pt idx="293">
                  <c:v>1.670861816447228</c:v>
                </c:pt>
                <c:pt idx="294">
                  <c:v>1.727135452429337</c:v>
                </c:pt>
                <c:pt idx="295">
                  <c:v>1.7076118559678739</c:v>
                </c:pt>
                <c:pt idx="296">
                  <c:v>1.8048182272770661</c:v>
                </c:pt>
                <c:pt idx="297">
                  <c:v>2.0056442518214479</c:v>
                </c:pt>
                <c:pt idx="298">
                  <c:v>1.9607123031928331</c:v>
                </c:pt>
                <c:pt idx="299">
                  <c:v>2.0503945986699121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CF-4C0B-9B01-1CF4AC41A69F}"/>
            </c:ext>
          </c:extLst>
        </c:ser>
        <c:ser>
          <c:idx val="1"/>
          <c:order val="1"/>
          <c:tx>
            <c:strRef>
              <c:f>'[5x5_GP_IVOL_kospi200_comparison.xlsx]로그수익률'!$C$1</c:f>
              <c:strCache>
                <c:ptCount val="1"/>
                <c:pt idx="0">
                  <c:v>Portfolio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'[5x5_GP_IVOL_kospi200_comparison.xlsx]로그수익률'!$D$2:$D$301</c:f>
              <c:numCache>
                <c:formatCode>General</c:formatCode>
                <c:ptCount val="300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2002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2003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2004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2005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2006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2007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2008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2009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2010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2011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2012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2013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2014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2015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2016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2017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2018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2019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2020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2021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2022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2023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2024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2025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</c:numCache>
            </c:numRef>
          </c:cat>
          <c:val>
            <c:numRef>
              <c:f>'[5x5_GP_IVOL_kospi200_comparison.xlsx]로그수익률'!$C$2:$C$301</c:f>
              <c:numCache>
                <c:formatCode>General</c:formatCode>
                <c:ptCount val="300"/>
                <c:pt idx="0">
                  <c:v>0</c:v>
                </c:pt>
                <c:pt idx="1">
                  <c:v>6.8333514652180197E-2</c:v>
                </c:pt>
                <c:pt idx="2">
                  <c:v>4.9219762317560943E-2</c:v>
                </c:pt>
                <c:pt idx="3">
                  <c:v>8.0786566068115323E-2</c:v>
                </c:pt>
                <c:pt idx="4">
                  <c:v>0.26513580484675447</c:v>
                </c:pt>
                <c:pt idx="5">
                  <c:v>0.31894005709046569</c:v>
                </c:pt>
                <c:pt idx="6">
                  <c:v>0.240750281771099</c:v>
                </c:pt>
                <c:pt idx="7">
                  <c:v>0.26680870266082329</c:v>
                </c:pt>
                <c:pt idx="8">
                  <c:v>0.23234174221989201</c:v>
                </c:pt>
                <c:pt idx="9">
                  <c:v>0.31035221079053699</c:v>
                </c:pt>
                <c:pt idx="10">
                  <c:v>0.4090281274908466</c:v>
                </c:pt>
                <c:pt idx="11">
                  <c:v>0.47434179575366581</c:v>
                </c:pt>
                <c:pt idx="12">
                  <c:v>0.58023748935856401</c:v>
                </c:pt>
                <c:pt idx="13">
                  <c:v>0.68552858725378607</c:v>
                </c:pt>
                <c:pt idx="14">
                  <c:v>0.83138291884711069</c:v>
                </c:pt>
                <c:pt idx="15">
                  <c:v>0.72211988553034112</c:v>
                </c:pt>
                <c:pt idx="16">
                  <c:v>0.6710922171181174</c:v>
                </c:pt>
                <c:pt idx="17">
                  <c:v>0.64110913892093857</c:v>
                </c:pt>
                <c:pt idx="18">
                  <c:v>0.65454752830529705</c:v>
                </c:pt>
                <c:pt idx="19">
                  <c:v>0.67937562986193056</c:v>
                </c:pt>
                <c:pt idx="20">
                  <c:v>0.60640716652124615</c:v>
                </c:pt>
                <c:pt idx="21">
                  <c:v>0.61321351334677132</c:v>
                </c:pt>
                <c:pt idx="22">
                  <c:v>0.67452967785246143</c:v>
                </c:pt>
                <c:pt idx="23">
                  <c:v>0.55501717072997558</c:v>
                </c:pt>
                <c:pt idx="24">
                  <c:v>0.51497319829425348</c:v>
                </c:pt>
                <c:pt idx="25">
                  <c:v>0.52379233078203258</c:v>
                </c:pt>
                <c:pt idx="26">
                  <c:v>0.48979384444451413</c:v>
                </c:pt>
                <c:pt idx="27">
                  <c:v>0.61717329263763476</c:v>
                </c:pt>
                <c:pt idx="28">
                  <c:v>0.7081058154067339</c:v>
                </c:pt>
                <c:pt idx="29">
                  <c:v>0.71437345751926917</c:v>
                </c:pt>
                <c:pt idx="30">
                  <c:v>0.71818959886847489</c:v>
                </c:pt>
                <c:pt idx="31">
                  <c:v>0.75285224272432838</c:v>
                </c:pt>
                <c:pt idx="32">
                  <c:v>0.6890904076965636</c:v>
                </c:pt>
                <c:pt idx="33">
                  <c:v>0.75464304314268438</c:v>
                </c:pt>
                <c:pt idx="34">
                  <c:v>0.8005783574981139</c:v>
                </c:pt>
                <c:pt idx="35">
                  <c:v>0.81836999586682069</c:v>
                </c:pt>
                <c:pt idx="36">
                  <c:v>0.78858040677709129</c:v>
                </c:pt>
                <c:pt idx="37">
                  <c:v>0.84276105446623262</c:v>
                </c:pt>
                <c:pt idx="38">
                  <c:v>0.86565108482979802</c:v>
                </c:pt>
                <c:pt idx="39">
                  <c:v>0.86551809225221465</c:v>
                </c:pt>
                <c:pt idx="40">
                  <c:v>0.79840697181978615</c:v>
                </c:pt>
                <c:pt idx="41">
                  <c:v>0.80438156109539638</c:v>
                </c:pt>
                <c:pt idx="42">
                  <c:v>0.78174474129495042</c:v>
                </c:pt>
                <c:pt idx="43">
                  <c:v>0.83678526448347768</c:v>
                </c:pt>
                <c:pt idx="44">
                  <c:v>0.88894130810190364</c:v>
                </c:pt>
                <c:pt idx="45">
                  <c:v>0.92018920395722026</c:v>
                </c:pt>
                <c:pt idx="46">
                  <c:v>1.0122973562452511</c:v>
                </c:pt>
                <c:pt idx="47">
                  <c:v>1.0169277736307341</c:v>
                </c:pt>
                <c:pt idx="48">
                  <c:v>1.1200696973050339</c:v>
                </c:pt>
                <c:pt idx="49">
                  <c:v>1.223229535677443</c:v>
                </c:pt>
                <c:pt idx="50">
                  <c:v>1.2051187839455759</c:v>
                </c:pt>
                <c:pt idx="51">
                  <c:v>1.19527017494731</c:v>
                </c:pt>
                <c:pt idx="52">
                  <c:v>1.245130304380943</c:v>
                </c:pt>
                <c:pt idx="53">
                  <c:v>1.3712522715927811</c:v>
                </c:pt>
                <c:pt idx="54">
                  <c:v>1.4203892631624691</c:v>
                </c:pt>
                <c:pt idx="55">
                  <c:v>1.4002773908359969</c:v>
                </c:pt>
                <c:pt idx="56">
                  <c:v>1.5324290386438379</c:v>
                </c:pt>
                <c:pt idx="57">
                  <c:v>1.5383764050797351</c:v>
                </c:pt>
                <c:pt idx="58">
                  <c:v>1.6574029817982241</c:v>
                </c:pt>
                <c:pt idx="59">
                  <c:v>1.6656163736020939</c:v>
                </c:pt>
                <c:pt idx="60">
                  <c:v>1.635377684279794</c:v>
                </c:pt>
                <c:pt idx="61">
                  <c:v>1.645142748662439</c:v>
                </c:pt>
                <c:pt idx="62">
                  <c:v>1.6534452836103299</c:v>
                </c:pt>
                <c:pt idx="63">
                  <c:v>1.692435716286202</c:v>
                </c:pt>
                <c:pt idx="64">
                  <c:v>1.6432137780347671</c:v>
                </c:pt>
                <c:pt idx="65">
                  <c:v>1.601036881912822</c:v>
                </c:pt>
                <c:pt idx="66">
                  <c:v>1.5860011343272411</c:v>
                </c:pt>
                <c:pt idx="67">
                  <c:v>1.6449466170794249</c:v>
                </c:pt>
                <c:pt idx="68">
                  <c:v>1.668162420595416</c:v>
                </c:pt>
                <c:pt idx="69">
                  <c:v>1.67806093578696</c:v>
                </c:pt>
                <c:pt idx="70">
                  <c:v>1.7756365898296691</c:v>
                </c:pt>
                <c:pt idx="71">
                  <c:v>1.775947653070503</c:v>
                </c:pt>
                <c:pt idx="72">
                  <c:v>1.7127291692283471</c:v>
                </c:pt>
                <c:pt idx="73">
                  <c:v>1.7188018009475761</c:v>
                </c:pt>
                <c:pt idx="74">
                  <c:v>1.7481192925516269</c:v>
                </c:pt>
                <c:pt idx="75">
                  <c:v>1.788654301483088</c:v>
                </c:pt>
                <c:pt idx="76">
                  <c:v>1.8996233023040481</c:v>
                </c:pt>
                <c:pt idx="77">
                  <c:v>1.9250146879762631</c:v>
                </c:pt>
                <c:pt idx="78">
                  <c:v>2.0088598565461111</c:v>
                </c:pt>
                <c:pt idx="79">
                  <c:v>1.9808950365617739</c:v>
                </c:pt>
                <c:pt idx="80">
                  <c:v>2.0025898849923909</c:v>
                </c:pt>
                <c:pt idx="81">
                  <c:v>1.9752276447263331</c:v>
                </c:pt>
                <c:pt idx="82">
                  <c:v>1.9346994422194019</c:v>
                </c:pt>
                <c:pt idx="83">
                  <c:v>1.948138211969471</c:v>
                </c:pt>
                <c:pt idx="84">
                  <c:v>1.8420927686924919</c:v>
                </c:pt>
                <c:pt idx="85">
                  <c:v>1.8895880071883739</c:v>
                </c:pt>
                <c:pt idx="86">
                  <c:v>1.876503939272119</c:v>
                </c:pt>
                <c:pt idx="87">
                  <c:v>1.923875829456992</c:v>
                </c:pt>
                <c:pt idx="88">
                  <c:v>1.9353380833022129</c:v>
                </c:pt>
                <c:pt idx="89">
                  <c:v>1.873363893419284</c:v>
                </c:pt>
                <c:pt idx="90">
                  <c:v>1.839025365662166</c:v>
                </c:pt>
                <c:pt idx="91">
                  <c:v>1.791579762392848</c:v>
                </c:pt>
                <c:pt idx="92">
                  <c:v>1.761576408290805</c:v>
                </c:pt>
                <c:pt idx="93">
                  <c:v>1.573230275867207</c:v>
                </c:pt>
                <c:pt idx="94">
                  <c:v>1.599506525958404</c:v>
                </c:pt>
                <c:pt idx="95">
                  <c:v>1.655891384519222</c:v>
                </c:pt>
                <c:pt idx="96">
                  <c:v>1.666048547172847</c:v>
                </c:pt>
                <c:pt idx="97">
                  <c:v>1.650949782799066</c:v>
                </c:pt>
                <c:pt idx="98">
                  <c:v>1.763094708922279</c:v>
                </c:pt>
                <c:pt idx="99">
                  <c:v>1.893979777902165</c:v>
                </c:pt>
                <c:pt idx="100">
                  <c:v>1.948767114885773</c:v>
                </c:pt>
                <c:pt idx="101">
                  <c:v>1.963748544707316</c:v>
                </c:pt>
                <c:pt idx="102">
                  <c:v>2.023826957480142</c:v>
                </c:pt>
                <c:pt idx="103">
                  <c:v>2.0470656011899462</c:v>
                </c:pt>
                <c:pt idx="104">
                  <c:v>2.0706438298139971</c:v>
                </c:pt>
                <c:pt idx="105">
                  <c:v>2.051975557884731</c:v>
                </c:pt>
                <c:pt idx="106">
                  <c:v>2.044462700732502</c:v>
                </c:pt>
                <c:pt idx="107">
                  <c:v>2.0864637448387979</c:v>
                </c:pt>
                <c:pt idx="108">
                  <c:v>2.030731901911039</c:v>
                </c:pt>
                <c:pt idx="109">
                  <c:v>2.056373784222508</c:v>
                </c:pt>
                <c:pt idx="110">
                  <c:v>2.1107424883185182</c:v>
                </c:pt>
                <c:pt idx="111">
                  <c:v>2.128221215796898</c:v>
                </c:pt>
                <c:pt idx="112">
                  <c:v>2.1222208304607681</c:v>
                </c:pt>
                <c:pt idx="113">
                  <c:v>2.171875811191136</c:v>
                </c:pt>
                <c:pt idx="114">
                  <c:v>2.1956951294406082</c:v>
                </c:pt>
                <c:pt idx="115">
                  <c:v>2.19096613213505</c:v>
                </c:pt>
                <c:pt idx="116">
                  <c:v>2.2311006515218641</c:v>
                </c:pt>
                <c:pt idx="117">
                  <c:v>2.28234832136327</c:v>
                </c:pt>
                <c:pt idx="118">
                  <c:v>2.2605211078350478</c:v>
                </c:pt>
                <c:pt idx="119">
                  <c:v>2.3146841473939102</c:v>
                </c:pt>
                <c:pt idx="120">
                  <c:v>2.299312680737275</c:v>
                </c:pt>
                <c:pt idx="121">
                  <c:v>2.2637423271477601</c:v>
                </c:pt>
                <c:pt idx="122">
                  <c:v>2.3224997990917609</c:v>
                </c:pt>
                <c:pt idx="123">
                  <c:v>2.3464350192699639</c:v>
                </c:pt>
                <c:pt idx="124">
                  <c:v>2.3335593777368149</c:v>
                </c:pt>
                <c:pt idx="125">
                  <c:v>2.3357198897473239</c:v>
                </c:pt>
                <c:pt idx="126">
                  <c:v>2.4057975605890261</c:v>
                </c:pt>
                <c:pt idx="127">
                  <c:v>2.3911837506681808</c:v>
                </c:pt>
                <c:pt idx="128">
                  <c:v>2.3272079027849819</c:v>
                </c:pt>
                <c:pt idx="129">
                  <c:v>2.376591505606481</c:v>
                </c:pt>
                <c:pt idx="130">
                  <c:v>2.361754140033328</c:v>
                </c:pt>
                <c:pt idx="131">
                  <c:v>2.386470589419706</c:v>
                </c:pt>
                <c:pt idx="132">
                  <c:v>2.4321208532015528</c:v>
                </c:pt>
                <c:pt idx="133">
                  <c:v>2.4859883619023182</c:v>
                </c:pt>
                <c:pt idx="134">
                  <c:v>2.4722357629533498</c:v>
                </c:pt>
                <c:pt idx="135">
                  <c:v>2.43831361193519</c:v>
                </c:pt>
                <c:pt idx="136">
                  <c:v>2.4011498213395441</c:v>
                </c:pt>
                <c:pt idx="137">
                  <c:v>2.4340351739052868</c:v>
                </c:pt>
                <c:pt idx="138">
                  <c:v>2.4470391626745069</c:v>
                </c:pt>
                <c:pt idx="139">
                  <c:v>2.505703557057136</c:v>
                </c:pt>
                <c:pt idx="140">
                  <c:v>2.5560980963570321</c:v>
                </c:pt>
                <c:pt idx="141">
                  <c:v>2.59785467396489</c:v>
                </c:pt>
                <c:pt idx="142">
                  <c:v>2.6041302119188461</c:v>
                </c:pt>
                <c:pt idx="143">
                  <c:v>2.6220967346814441</c:v>
                </c:pt>
                <c:pt idx="144">
                  <c:v>2.6234027822371222</c:v>
                </c:pt>
                <c:pt idx="145">
                  <c:v>2.6686732643954141</c:v>
                </c:pt>
                <c:pt idx="146">
                  <c:v>2.699370918868202</c:v>
                </c:pt>
                <c:pt idx="147">
                  <c:v>2.785030482480416</c:v>
                </c:pt>
                <c:pt idx="148">
                  <c:v>2.7905013556144942</c:v>
                </c:pt>
                <c:pt idx="149">
                  <c:v>2.7284131546297812</c:v>
                </c:pt>
                <c:pt idx="150">
                  <c:v>2.7715551632591491</c:v>
                </c:pt>
                <c:pt idx="151">
                  <c:v>2.7195346337452881</c:v>
                </c:pt>
                <c:pt idx="152">
                  <c:v>2.7638032326548951</c:v>
                </c:pt>
                <c:pt idx="153">
                  <c:v>2.7577844366316948</c:v>
                </c:pt>
                <c:pt idx="154">
                  <c:v>2.7748498118817539</c:v>
                </c:pt>
                <c:pt idx="155">
                  <c:v>2.7668523040831712</c:v>
                </c:pt>
                <c:pt idx="156">
                  <c:v>2.7888319544293858</c:v>
                </c:pt>
                <c:pt idx="157">
                  <c:v>2.8177623419731588</c:v>
                </c:pt>
                <c:pt idx="158">
                  <c:v>2.8519532302065498</c:v>
                </c:pt>
                <c:pt idx="159">
                  <c:v>2.8891767823054999</c:v>
                </c:pt>
                <c:pt idx="160">
                  <c:v>2.9257613947581498</c:v>
                </c:pt>
                <c:pt idx="161">
                  <c:v>2.9231515366895708</c:v>
                </c:pt>
                <c:pt idx="162">
                  <c:v>2.952416136440335</c:v>
                </c:pt>
                <c:pt idx="163">
                  <c:v>3.0016121887470111</c:v>
                </c:pt>
                <c:pt idx="164">
                  <c:v>3.0616054330514828</c:v>
                </c:pt>
                <c:pt idx="165">
                  <c:v>3.054982834156478</c:v>
                </c:pt>
                <c:pt idx="166">
                  <c:v>3.049891093312151</c:v>
                </c:pt>
                <c:pt idx="167">
                  <c:v>3.0291628660600258</c:v>
                </c:pt>
                <c:pt idx="168">
                  <c:v>3.090386138119702</c:v>
                </c:pt>
                <c:pt idx="169">
                  <c:v>3.1558183136903062</c:v>
                </c:pt>
                <c:pt idx="170">
                  <c:v>3.226371716493404</c:v>
                </c:pt>
                <c:pt idx="171">
                  <c:v>3.2848517723298252</c:v>
                </c:pt>
                <c:pt idx="172">
                  <c:v>3.308677361103745</c:v>
                </c:pt>
                <c:pt idx="173">
                  <c:v>3.330930169469966</c:v>
                </c:pt>
                <c:pt idx="174">
                  <c:v>3.3260976859123339</c:v>
                </c:pt>
                <c:pt idx="175">
                  <c:v>3.2788738800366239</c:v>
                </c:pt>
                <c:pt idx="176">
                  <c:v>3.284910206116157</c:v>
                </c:pt>
                <c:pt idx="177">
                  <c:v>3.2715376704930099</c:v>
                </c:pt>
                <c:pt idx="178">
                  <c:v>3.2561630101858232</c:v>
                </c:pt>
                <c:pt idx="179">
                  <c:v>3.2547934136286911</c:v>
                </c:pt>
                <c:pt idx="180">
                  <c:v>3.2759845751720289</c:v>
                </c:pt>
                <c:pt idx="181">
                  <c:v>3.2448568765802279</c:v>
                </c:pt>
                <c:pt idx="182">
                  <c:v>3.2719937543616471</c:v>
                </c:pt>
                <c:pt idx="183">
                  <c:v>3.3185231577386189</c:v>
                </c:pt>
                <c:pt idx="184">
                  <c:v>3.338480437493915</c:v>
                </c:pt>
                <c:pt idx="185">
                  <c:v>3.3225925753513121</c:v>
                </c:pt>
                <c:pt idx="186">
                  <c:v>3.3073130666149222</c:v>
                </c:pt>
                <c:pt idx="187">
                  <c:v>3.2701175499573569</c:v>
                </c:pt>
                <c:pt idx="188">
                  <c:v>3.2880759539661391</c:v>
                </c:pt>
                <c:pt idx="189">
                  <c:v>3.2342083547616709</c:v>
                </c:pt>
                <c:pt idx="190">
                  <c:v>3.211213123033835</c:v>
                </c:pt>
                <c:pt idx="191">
                  <c:v>3.249054187596716</c:v>
                </c:pt>
                <c:pt idx="192">
                  <c:v>3.246096984002961</c:v>
                </c:pt>
                <c:pt idx="193">
                  <c:v>3.278791765055451</c:v>
                </c:pt>
                <c:pt idx="194">
                  <c:v>3.3042843488837539</c:v>
                </c:pt>
                <c:pt idx="195">
                  <c:v>3.328198477001397</c:v>
                </c:pt>
                <c:pt idx="196">
                  <c:v>3.386575133800759</c:v>
                </c:pt>
                <c:pt idx="197">
                  <c:v>3.3747497087829088</c:v>
                </c:pt>
                <c:pt idx="198">
                  <c:v>3.3638798582827421</c:v>
                </c:pt>
                <c:pt idx="199">
                  <c:v>3.354430340936124</c:v>
                </c:pt>
                <c:pt idx="200">
                  <c:v>3.3209538977439919</c:v>
                </c:pt>
                <c:pt idx="201">
                  <c:v>3.3500644314362491</c:v>
                </c:pt>
                <c:pt idx="202">
                  <c:v>3.405356336461197</c:v>
                </c:pt>
                <c:pt idx="203">
                  <c:v>3.4145225548659011</c:v>
                </c:pt>
                <c:pt idx="204">
                  <c:v>3.471474025580759</c:v>
                </c:pt>
                <c:pt idx="205">
                  <c:v>3.412425190709969</c:v>
                </c:pt>
                <c:pt idx="206">
                  <c:v>3.427322695783817</c:v>
                </c:pt>
                <c:pt idx="207">
                  <c:v>3.4640882758700329</c:v>
                </c:pt>
                <c:pt idx="208">
                  <c:v>3.46418754948925</c:v>
                </c:pt>
                <c:pt idx="209">
                  <c:v>3.4591392591715731</c:v>
                </c:pt>
                <c:pt idx="210">
                  <c:v>3.4440059671721861</c:v>
                </c:pt>
                <c:pt idx="211">
                  <c:v>3.4600563248690039</c:v>
                </c:pt>
                <c:pt idx="212">
                  <c:v>3.4546813692227589</c:v>
                </c:pt>
                <c:pt idx="213">
                  <c:v>3.293783743134397</c:v>
                </c:pt>
                <c:pt idx="214">
                  <c:v>3.3530940104081179</c:v>
                </c:pt>
                <c:pt idx="215">
                  <c:v>3.3310152283836731</c:v>
                </c:pt>
                <c:pt idx="216">
                  <c:v>3.388178204168323</c:v>
                </c:pt>
                <c:pt idx="217">
                  <c:v>3.402977713886723</c:v>
                </c:pt>
                <c:pt idx="218">
                  <c:v>3.4185876667111978</c:v>
                </c:pt>
                <c:pt idx="219">
                  <c:v>3.4352591565172959</c:v>
                </c:pt>
                <c:pt idx="220">
                  <c:v>3.3579426885587229</c:v>
                </c:pt>
                <c:pt idx="221">
                  <c:v>3.3959546946137009</c:v>
                </c:pt>
                <c:pt idx="222">
                  <c:v>3.3356699978876212</c:v>
                </c:pt>
                <c:pt idx="223">
                  <c:v>3.3086779189016431</c:v>
                </c:pt>
                <c:pt idx="224">
                  <c:v>3.3211830873708288</c:v>
                </c:pt>
                <c:pt idx="225">
                  <c:v>3.3319571568871051</c:v>
                </c:pt>
                <c:pt idx="226">
                  <c:v>3.3336792530585462</c:v>
                </c:pt>
                <c:pt idx="227">
                  <c:v>3.346894112629772</c:v>
                </c:pt>
                <c:pt idx="228">
                  <c:v>3.2946230626707358</c:v>
                </c:pt>
                <c:pt idx="229">
                  <c:v>3.2162808603037001</c:v>
                </c:pt>
                <c:pt idx="230">
                  <c:v>3.1107068476276618</c:v>
                </c:pt>
                <c:pt idx="231">
                  <c:v>3.2869644501176061</c:v>
                </c:pt>
                <c:pt idx="232">
                  <c:v>3.3576953106015841</c:v>
                </c:pt>
                <c:pt idx="233">
                  <c:v>3.3697073463405331</c:v>
                </c:pt>
                <c:pt idx="234">
                  <c:v>3.440881124286026</c:v>
                </c:pt>
                <c:pt idx="235">
                  <c:v>3.4814100092911628</c:v>
                </c:pt>
                <c:pt idx="236">
                  <c:v>3.4787194139816</c:v>
                </c:pt>
                <c:pt idx="237">
                  <c:v>3.449181595105193</c:v>
                </c:pt>
                <c:pt idx="238">
                  <c:v>3.5372782466927779</c:v>
                </c:pt>
                <c:pt idx="239">
                  <c:v>3.585371945137878</c:v>
                </c:pt>
                <c:pt idx="240">
                  <c:v>3.575598740564609</c:v>
                </c:pt>
                <c:pt idx="241">
                  <c:v>3.6056227027313432</c:v>
                </c:pt>
                <c:pt idx="242">
                  <c:v>3.6566176678707349</c:v>
                </c:pt>
                <c:pt idx="243">
                  <c:v>3.7033948650896451</c:v>
                </c:pt>
                <c:pt idx="244">
                  <c:v>3.7727265743853589</c:v>
                </c:pt>
                <c:pt idx="245">
                  <c:v>3.8154853656257961</c:v>
                </c:pt>
                <c:pt idx="246">
                  <c:v>3.7997928741631979</c:v>
                </c:pt>
                <c:pt idx="247">
                  <c:v>3.783354761434897</c:v>
                </c:pt>
                <c:pt idx="248">
                  <c:v>3.7593166411834851</c:v>
                </c:pt>
                <c:pt idx="249">
                  <c:v>3.7474637847554022</c:v>
                </c:pt>
                <c:pt idx="250">
                  <c:v>3.6528155869175771</c:v>
                </c:pt>
                <c:pt idx="251">
                  <c:v>3.7391353107955072</c:v>
                </c:pt>
                <c:pt idx="252">
                  <c:v>3.6607157852153338</c:v>
                </c:pt>
                <c:pt idx="253">
                  <c:v>3.707145669788904</c:v>
                </c:pt>
                <c:pt idx="254">
                  <c:v>3.7547864213553792</c:v>
                </c:pt>
                <c:pt idx="255">
                  <c:v>3.7712557249679581</c:v>
                </c:pt>
                <c:pt idx="256">
                  <c:v>3.723969718862699</c:v>
                </c:pt>
                <c:pt idx="257">
                  <c:v>3.5710883936073059</c:v>
                </c:pt>
                <c:pt idx="258">
                  <c:v>3.6168859187548632</c:v>
                </c:pt>
                <c:pt idx="259">
                  <c:v>3.6205093818937581</c:v>
                </c:pt>
                <c:pt idx="260">
                  <c:v>3.506935252372291</c:v>
                </c:pt>
                <c:pt idx="261">
                  <c:v>3.527689678526261</c:v>
                </c:pt>
                <c:pt idx="262">
                  <c:v>3.5986189428247308</c:v>
                </c:pt>
                <c:pt idx="263">
                  <c:v>3.5680965373156708</c:v>
                </c:pt>
                <c:pt idx="264">
                  <c:v>3.6270804038868079</c:v>
                </c:pt>
                <c:pt idx="265">
                  <c:v>3.612033719545698</c:v>
                </c:pt>
                <c:pt idx="266">
                  <c:v>3.5882925640774248</c:v>
                </c:pt>
                <c:pt idx="267">
                  <c:v>3.5718251362700708</c:v>
                </c:pt>
                <c:pt idx="268">
                  <c:v>3.575046415991908</c:v>
                </c:pt>
                <c:pt idx="269">
                  <c:v>3.5743859192730758</c:v>
                </c:pt>
                <c:pt idx="270">
                  <c:v>3.5330162263194449</c:v>
                </c:pt>
                <c:pt idx="271">
                  <c:v>3.589274859387503</c:v>
                </c:pt>
                <c:pt idx="272">
                  <c:v>3.563828008704482</c:v>
                </c:pt>
                <c:pt idx="273">
                  <c:v>3.534434588443423</c:v>
                </c:pt>
                <c:pt idx="274">
                  <c:v>3.5709061164698879</c:v>
                </c:pt>
                <c:pt idx="275">
                  <c:v>3.585832305083871</c:v>
                </c:pt>
                <c:pt idx="276">
                  <c:v>3.5592197051080849</c:v>
                </c:pt>
                <c:pt idx="277">
                  <c:v>3.5724303262386008</c:v>
                </c:pt>
                <c:pt idx="278">
                  <c:v>3.5730532619567481</c:v>
                </c:pt>
                <c:pt idx="279">
                  <c:v>3.5720929636967851</c:v>
                </c:pt>
                <c:pt idx="280">
                  <c:v>3.5564064302274572</c:v>
                </c:pt>
                <c:pt idx="281">
                  <c:v>3.5605009657868818</c:v>
                </c:pt>
                <c:pt idx="282">
                  <c:v>3.5589055682552209</c:v>
                </c:pt>
                <c:pt idx="283">
                  <c:v>3.5164730606416099</c:v>
                </c:pt>
                <c:pt idx="284">
                  <c:v>3.505485491549674</c:v>
                </c:pt>
                <c:pt idx="285">
                  <c:v>3.4982917656015018</c:v>
                </c:pt>
                <c:pt idx="286">
                  <c:v>3.490925028425147</c:v>
                </c:pt>
                <c:pt idx="287">
                  <c:v>3.4868283297075151</c:v>
                </c:pt>
                <c:pt idx="288">
                  <c:v>3.4831200573157979</c:v>
                </c:pt>
                <c:pt idx="289">
                  <c:v>3.520244508714983</c:v>
                </c:pt>
                <c:pt idx="290">
                  <c:v>3.498322515856723</c:v>
                </c:pt>
                <c:pt idx="291">
                  <c:v>3.565050140818379</c:v>
                </c:pt>
                <c:pt idx="292">
                  <c:v>3.59106977452887</c:v>
                </c:pt>
                <c:pt idx="293">
                  <c:v>3.6575183906669939</c:v>
                </c:pt>
                <c:pt idx="294">
                  <c:v>3.6752530726811039</c:v>
                </c:pt>
                <c:pt idx="295">
                  <c:v>3.647615645469136</c:v>
                </c:pt>
                <c:pt idx="296">
                  <c:v>3.6422094817759461</c:v>
                </c:pt>
                <c:pt idx="297">
                  <c:v>3.605798038968103</c:v>
                </c:pt>
                <c:pt idx="298">
                  <c:v>3.6300152450054899</c:v>
                </c:pt>
                <c:pt idx="299">
                  <c:v>3.6444101891488612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CF-4C0B-9B01-1CF4AC41A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00687"/>
        <c:axId val="9001167"/>
      </c:lineChart>
      <c:catAx>
        <c:axId val="9000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01167"/>
        <c:crossesAt val="-0.5"/>
        <c:auto val="1"/>
        <c:lblAlgn val="ctr"/>
        <c:lblOffset val="100"/>
        <c:tickLblSkip val="24"/>
        <c:tickMarkSkip val="24"/>
        <c:noMultiLvlLbl val="0"/>
      </c:catAx>
      <c:valAx>
        <c:axId val="9001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00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0301312335958004"/>
          <c:y val="5.6133712452610091E-2"/>
          <c:w val="0.36230116959064324"/>
          <c:h val="0.15625109361329836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수익률!$B$1</c:f>
              <c:strCache>
                <c:ptCount val="1"/>
                <c:pt idx="0">
                  <c:v>KSP200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수익률!$F$2:$F$302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수익률!$B$2:$B$302</c:f>
              <c:numCache>
                <c:formatCode>General</c:formatCode>
                <c:ptCount val="301"/>
                <c:pt idx="0">
                  <c:v>1</c:v>
                </c:pt>
                <c:pt idx="1">
                  <c:v>1.2309392265193371</c:v>
                </c:pt>
                <c:pt idx="2">
                  <c:v>1.1387529597474351</c:v>
                </c:pt>
                <c:pt idx="3">
                  <c:v>1.028571428571428</c:v>
                </c:pt>
                <c:pt idx="4">
                  <c:v>1.1436464088397791</c:v>
                </c:pt>
                <c:pt idx="5">
                  <c:v>1.201104972375691</c:v>
                </c:pt>
                <c:pt idx="6">
                  <c:v>1.155485398579321</c:v>
                </c:pt>
                <c:pt idx="7">
                  <c:v>1.0573007103393841</c:v>
                </c:pt>
                <c:pt idx="8">
                  <c:v>1.064246250986582</c:v>
                </c:pt>
                <c:pt idx="9">
                  <c:v>0.92991318074190998</c:v>
                </c:pt>
                <c:pt idx="10">
                  <c:v>1.0487766377269141</c:v>
                </c:pt>
                <c:pt idx="11">
                  <c:v>1.2632991318074189</c:v>
                </c:pt>
                <c:pt idx="12">
                  <c:v>1.372849250197316</c:v>
                </c:pt>
                <c:pt idx="13">
                  <c:v>1.467876874506709</c:v>
                </c:pt>
                <c:pt idx="14">
                  <c:v>1.6198895027624309</c:v>
                </c:pt>
                <c:pt idx="15">
                  <c:v>1.7654301499605369</c:v>
                </c:pt>
                <c:pt idx="16">
                  <c:v>1.679400157853197</c:v>
                </c:pt>
                <c:pt idx="17">
                  <c:v>1.5911602209944751</c:v>
                </c:pt>
                <c:pt idx="18">
                  <c:v>1.4789265982636151</c:v>
                </c:pt>
                <c:pt idx="19">
                  <c:v>1.4232044198895031</c:v>
                </c:pt>
                <c:pt idx="20">
                  <c:v>1.4609313338595109</c:v>
                </c:pt>
                <c:pt idx="21">
                  <c:v>1.284451460142068</c:v>
                </c:pt>
                <c:pt idx="22">
                  <c:v>1.311760063141278</c:v>
                </c:pt>
                <c:pt idx="23">
                  <c:v>1.4530386740331489</c:v>
                </c:pt>
                <c:pt idx="24">
                  <c:v>1.260773480662984</c:v>
                </c:pt>
                <c:pt idx="25">
                  <c:v>1.187371744277822</c:v>
                </c:pt>
                <c:pt idx="26">
                  <c:v>1.1499605367008681</c:v>
                </c:pt>
                <c:pt idx="27">
                  <c:v>1.0741910023677981</c:v>
                </c:pt>
                <c:pt idx="28">
                  <c:v>1.2067876874506711</c:v>
                </c:pt>
                <c:pt idx="29">
                  <c:v>1.27119179163378</c:v>
                </c:pt>
                <c:pt idx="30">
                  <c:v>1.349171270718232</c:v>
                </c:pt>
                <c:pt idx="31">
                  <c:v>1.4446724546172061</c:v>
                </c:pt>
                <c:pt idx="32">
                  <c:v>1.5404893449092349</c:v>
                </c:pt>
                <c:pt idx="33">
                  <c:v>1.413575374901342</c:v>
                </c:pt>
                <c:pt idx="34">
                  <c:v>1.6012628255722181</c:v>
                </c:pt>
                <c:pt idx="35">
                  <c:v>1.6355169692186271</c:v>
                </c:pt>
                <c:pt idx="36">
                  <c:v>1.660773480662983</c:v>
                </c:pt>
                <c:pt idx="37">
                  <c:v>1.7504340962904501</c:v>
                </c:pt>
                <c:pt idx="38">
                  <c:v>1.8298342541436461</c:v>
                </c:pt>
                <c:pt idx="39">
                  <c:v>1.83078137332281</c:v>
                </c:pt>
                <c:pt idx="40">
                  <c:v>1.7742699289660619</c:v>
                </c:pt>
                <c:pt idx="41">
                  <c:v>1.6438831886345699</c:v>
                </c:pt>
                <c:pt idx="42">
                  <c:v>1.607734806629834</c:v>
                </c:pt>
                <c:pt idx="43">
                  <c:v>1.5038674033149171</c:v>
                </c:pt>
                <c:pt idx="44">
                  <c:v>1.6241515390686661</c:v>
                </c:pt>
                <c:pt idx="45">
                  <c:v>1.699921073401736</c:v>
                </c:pt>
                <c:pt idx="46">
                  <c:v>1.7046566692975531</c:v>
                </c:pt>
                <c:pt idx="47">
                  <c:v>1.7900552486187851</c:v>
                </c:pt>
                <c:pt idx="48">
                  <c:v>1.819258089976322</c:v>
                </c:pt>
                <c:pt idx="49">
                  <c:v>1.910970797158642</c:v>
                </c:pt>
                <c:pt idx="50">
                  <c:v>2.0655090765587998</c:v>
                </c:pt>
                <c:pt idx="51">
                  <c:v>1.969692186266772</c:v>
                </c:pt>
                <c:pt idx="52">
                  <c:v>1.8560378847671659</c:v>
                </c:pt>
                <c:pt idx="53">
                  <c:v>1.970639305445935</c:v>
                </c:pt>
                <c:pt idx="54">
                  <c:v>2.0430939226519338</c:v>
                </c:pt>
                <c:pt idx="55">
                  <c:v>2.2623520126282561</c:v>
                </c:pt>
                <c:pt idx="56">
                  <c:v>2.2113654301499599</c:v>
                </c:pt>
                <c:pt idx="57">
                  <c:v>2.486977111286504</c:v>
                </c:pt>
                <c:pt idx="58">
                  <c:v>2.3494869771112858</c:v>
                </c:pt>
                <c:pt idx="59">
                  <c:v>2.6195737963693762</c:v>
                </c:pt>
                <c:pt idx="60">
                  <c:v>2.8007892659826359</c:v>
                </c:pt>
                <c:pt idx="61">
                  <c:v>2.8516179952644038</c:v>
                </c:pt>
                <c:pt idx="62">
                  <c:v>2.8011049723756898</c:v>
                </c:pt>
                <c:pt idx="63">
                  <c:v>2.7815311760063142</c:v>
                </c:pt>
                <c:pt idx="64">
                  <c:v>2.9060773480662978</c:v>
                </c:pt>
                <c:pt idx="65">
                  <c:v>2.6994475138121539</c:v>
                </c:pt>
                <c:pt idx="66">
                  <c:v>2.6432517758484608</c:v>
                </c:pt>
                <c:pt idx="67">
                  <c:v>2.659984214680347</c:v>
                </c:pt>
                <c:pt idx="68">
                  <c:v>2.769376479873717</c:v>
                </c:pt>
                <c:pt idx="69">
                  <c:v>2.8105761641673239</c:v>
                </c:pt>
                <c:pt idx="70">
                  <c:v>2.79147592738753</c:v>
                </c:pt>
                <c:pt idx="71">
                  <c:v>2.9196527229676401</c:v>
                </c:pt>
                <c:pt idx="72">
                  <c:v>2.9264404104183108</c:v>
                </c:pt>
                <c:pt idx="73">
                  <c:v>2.7780584056827151</c:v>
                </c:pt>
                <c:pt idx="74">
                  <c:v>2.8918705603788468</c:v>
                </c:pt>
                <c:pt idx="75">
                  <c:v>2.9613259668508292</c:v>
                </c:pt>
                <c:pt idx="76">
                  <c:v>3.1341752170481452</c:v>
                </c:pt>
                <c:pt idx="77">
                  <c:v>3.416732438831886</c:v>
                </c:pt>
                <c:pt idx="78">
                  <c:v>3.4934490923441199</c:v>
                </c:pt>
                <c:pt idx="79">
                  <c:v>3.856669297553275</c:v>
                </c:pt>
                <c:pt idx="80">
                  <c:v>3.761325966850829</c:v>
                </c:pt>
                <c:pt idx="81">
                  <c:v>3.902131018153117</c:v>
                </c:pt>
                <c:pt idx="82">
                  <c:v>4.1108129439621157</c:v>
                </c:pt>
                <c:pt idx="83">
                  <c:v>3.8186266771902129</c:v>
                </c:pt>
                <c:pt idx="84">
                  <c:v>3.8085240726124709</c:v>
                </c:pt>
                <c:pt idx="85">
                  <c:v>3.2797158642462509</c:v>
                </c:pt>
                <c:pt idx="86">
                  <c:v>3.423046566692975</c:v>
                </c:pt>
                <c:pt idx="87">
                  <c:v>3.4356748224151539</c:v>
                </c:pt>
                <c:pt idx="88">
                  <c:v>3.7095501183898971</c:v>
                </c:pt>
                <c:pt idx="89">
                  <c:v>3.7483820047355958</c:v>
                </c:pt>
                <c:pt idx="90">
                  <c:v>3.370481452249408</c:v>
                </c:pt>
                <c:pt idx="91">
                  <c:v>3.2220994475138118</c:v>
                </c:pt>
                <c:pt idx="92">
                  <c:v>2.9827940015785321</c:v>
                </c:pt>
                <c:pt idx="93">
                  <c:v>2.9458563535911599</c:v>
                </c:pt>
                <c:pt idx="94">
                  <c:v>2.3283346487766381</c:v>
                </c:pt>
                <c:pt idx="95">
                  <c:v>2.2203630623520119</c:v>
                </c:pt>
                <c:pt idx="96">
                  <c:v>2.3101815311760059</c:v>
                </c:pt>
                <c:pt idx="97">
                  <c:v>2.3887924230465671</c:v>
                </c:pt>
                <c:pt idx="98">
                  <c:v>2.1794790844514602</c:v>
                </c:pt>
                <c:pt idx="99">
                  <c:v>2.4784530386740329</c:v>
                </c:pt>
                <c:pt idx="100">
                  <c:v>2.7782162588792421</c:v>
                </c:pt>
                <c:pt idx="101">
                  <c:v>2.8208366219415941</c:v>
                </c:pt>
                <c:pt idx="102">
                  <c:v>2.825414364640884</c:v>
                </c:pt>
                <c:pt idx="103">
                  <c:v>3.203788476716654</c:v>
                </c:pt>
                <c:pt idx="104">
                  <c:v>3.2745067087608519</c:v>
                </c:pt>
                <c:pt idx="105">
                  <c:v>3.4688239936858718</c:v>
                </c:pt>
                <c:pt idx="106">
                  <c:v>3.2645619573796369</c:v>
                </c:pt>
                <c:pt idx="107">
                  <c:v>3.2320441988950281</c:v>
                </c:pt>
                <c:pt idx="108">
                  <c:v>3.502131018153118</c:v>
                </c:pt>
                <c:pt idx="109">
                  <c:v>3.3202841357537491</c:v>
                </c:pt>
                <c:pt idx="110">
                  <c:v>3.2890292028413581</c:v>
                </c:pt>
                <c:pt idx="111">
                  <c:v>3.4977111286503551</c:v>
                </c:pt>
                <c:pt idx="112">
                  <c:v>3.5982636148382001</c:v>
                </c:pt>
                <c:pt idx="113">
                  <c:v>3.3834254143646412</c:v>
                </c:pt>
                <c:pt idx="114">
                  <c:v>3.4861878453038671</c:v>
                </c:pt>
                <c:pt idx="115">
                  <c:v>3.6187845303867401</c:v>
                </c:pt>
                <c:pt idx="116">
                  <c:v>3.5802683504340962</c:v>
                </c:pt>
                <c:pt idx="117">
                  <c:v>3.8350434096290451</c:v>
                </c:pt>
                <c:pt idx="118">
                  <c:v>3.8355169692186259</c:v>
                </c:pt>
                <c:pt idx="119">
                  <c:v>3.9406471981057609</c:v>
                </c:pt>
                <c:pt idx="120">
                  <c:v>4.2808208366219418</c:v>
                </c:pt>
                <c:pt idx="121">
                  <c:v>4.3112865035516972</c:v>
                </c:pt>
                <c:pt idx="122">
                  <c:v>4.0467245461720598</c:v>
                </c:pt>
                <c:pt idx="123">
                  <c:v>4.4020520915548538</c:v>
                </c:pt>
                <c:pt idx="124">
                  <c:v>4.5838989739542226</c:v>
                </c:pt>
                <c:pt idx="125">
                  <c:v>4.4634569850039458</c:v>
                </c:pt>
                <c:pt idx="126">
                  <c:v>4.3436464088397786</c:v>
                </c:pt>
                <c:pt idx="127">
                  <c:v>4.3742699289660614</c:v>
                </c:pt>
                <c:pt idx="128">
                  <c:v>3.8225730071033941</c:v>
                </c:pt>
                <c:pt idx="129">
                  <c:v>3.6370955011838988</c:v>
                </c:pt>
                <c:pt idx="130">
                  <c:v>3.9444356748224152</c:v>
                </c:pt>
                <c:pt idx="131">
                  <c:v>3.8072612470402518</c:v>
                </c:pt>
                <c:pt idx="132">
                  <c:v>3.7581689029202838</c:v>
                </c:pt>
                <c:pt idx="133">
                  <c:v>4.05524861878453</c:v>
                </c:pt>
                <c:pt idx="134">
                  <c:v>4.2167324388318859</c:v>
                </c:pt>
                <c:pt idx="135">
                  <c:v>4.2080505130228882</c:v>
                </c:pt>
                <c:pt idx="136">
                  <c:v>4.1728492501973156</c:v>
                </c:pt>
                <c:pt idx="137">
                  <c:v>3.8524072612470399</c:v>
                </c:pt>
                <c:pt idx="138">
                  <c:v>3.8658247829518548</c:v>
                </c:pt>
                <c:pt idx="139">
                  <c:v>3.9475927387529599</c:v>
                </c:pt>
                <c:pt idx="140">
                  <c:v>3.9551696921862671</c:v>
                </c:pt>
                <c:pt idx="141">
                  <c:v>4.1434885556432519</c:v>
                </c:pt>
                <c:pt idx="142">
                  <c:v>3.949171270718232</c:v>
                </c:pt>
                <c:pt idx="143">
                  <c:v>4.013417521704814</c:v>
                </c:pt>
                <c:pt idx="144">
                  <c:v>4.1660615627466457</c:v>
                </c:pt>
                <c:pt idx="145">
                  <c:v>4.0737174427782161</c:v>
                </c:pt>
                <c:pt idx="146">
                  <c:v>4.2306235201262821</c:v>
                </c:pt>
                <c:pt idx="147">
                  <c:v>4.157695343330702</c:v>
                </c:pt>
                <c:pt idx="148">
                  <c:v>4.0366219415943174</c:v>
                </c:pt>
                <c:pt idx="149">
                  <c:v>4.1273875295974749</c:v>
                </c:pt>
                <c:pt idx="150">
                  <c:v>3.8243093922651941</c:v>
                </c:pt>
                <c:pt idx="151">
                  <c:v>3.9146014206787689</c:v>
                </c:pt>
                <c:pt idx="152">
                  <c:v>3.9737963693764802</c:v>
                </c:pt>
                <c:pt idx="153">
                  <c:v>4.1185477505919499</c:v>
                </c:pt>
                <c:pt idx="154">
                  <c:v>4.2132596685082877</c:v>
                </c:pt>
                <c:pt idx="155">
                  <c:v>4.2552486187845302</c:v>
                </c:pt>
                <c:pt idx="156">
                  <c:v>4.1711128650355169</c:v>
                </c:pt>
                <c:pt idx="157">
                  <c:v>3.9919494869771111</c:v>
                </c:pt>
                <c:pt idx="158">
                  <c:v>4.0790844514601421</c:v>
                </c:pt>
                <c:pt idx="159">
                  <c:v>4.0743488555643257</c:v>
                </c:pt>
                <c:pt idx="160">
                  <c:v>4.0304656669297554</c:v>
                </c:pt>
                <c:pt idx="161">
                  <c:v>4.1032359905288081</c:v>
                </c:pt>
                <c:pt idx="162">
                  <c:v>4.1130228887134974</c:v>
                </c:pt>
                <c:pt idx="163">
                  <c:v>4.2569850039463297</c:v>
                </c:pt>
                <c:pt idx="164">
                  <c:v>4.189581689029203</c:v>
                </c:pt>
                <c:pt idx="165">
                  <c:v>4.0531965272296757</c:v>
                </c:pt>
                <c:pt idx="166">
                  <c:v>3.9534333070244672</c:v>
                </c:pt>
                <c:pt idx="167">
                  <c:v>4.0047355958958164</c:v>
                </c:pt>
                <c:pt idx="168">
                  <c:v>3.8524072612470399</c:v>
                </c:pt>
                <c:pt idx="169">
                  <c:v>3.9444356748224152</c:v>
                </c:pt>
                <c:pt idx="170">
                  <c:v>3.9693764798737181</c:v>
                </c:pt>
                <c:pt idx="171">
                  <c:v>4.0612470402525647</c:v>
                </c:pt>
                <c:pt idx="172">
                  <c:v>4.2055248618784544</c:v>
                </c:pt>
                <c:pt idx="173">
                  <c:v>4.1103393843725344</c:v>
                </c:pt>
                <c:pt idx="174">
                  <c:v>3.982162588792423</c:v>
                </c:pt>
                <c:pt idx="175">
                  <c:v>3.8563535911602211</c:v>
                </c:pt>
                <c:pt idx="176">
                  <c:v>3.6748224151539071</c:v>
                </c:pt>
                <c:pt idx="177">
                  <c:v>3.7365430149960539</c:v>
                </c:pt>
                <c:pt idx="178">
                  <c:v>3.9370165745856349</c:v>
                </c:pt>
                <c:pt idx="179">
                  <c:v>3.8554064719810581</c:v>
                </c:pt>
                <c:pt idx="180">
                  <c:v>3.7944751381215469</c:v>
                </c:pt>
                <c:pt idx="181">
                  <c:v>3.6637726913970008</c:v>
                </c:pt>
                <c:pt idx="182">
                  <c:v>3.7037095501183899</c:v>
                </c:pt>
                <c:pt idx="183">
                  <c:v>3.8809786898184688</c:v>
                </c:pt>
                <c:pt idx="184">
                  <c:v>3.8705603788476708</c:v>
                </c:pt>
                <c:pt idx="185">
                  <c:v>3.845777426992897</c:v>
                </c:pt>
                <c:pt idx="186">
                  <c:v>3.8538279400157851</c:v>
                </c:pt>
                <c:pt idx="187">
                  <c:v>3.969692186266772</c:v>
                </c:pt>
                <c:pt idx="188">
                  <c:v>4.0547750591949487</c:v>
                </c:pt>
                <c:pt idx="189">
                  <c:v>4.0645619573796372</c:v>
                </c:pt>
                <c:pt idx="190">
                  <c:v>4.0399368587213891</c:v>
                </c:pt>
                <c:pt idx="191">
                  <c:v>4.0135753749013414</c:v>
                </c:pt>
                <c:pt idx="192">
                  <c:v>4.1043409629044989</c:v>
                </c:pt>
                <c:pt idx="193">
                  <c:v>4.2318863456985003</c:v>
                </c:pt>
                <c:pt idx="194">
                  <c:v>4.2629834254143644</c:v>
                </c:pt>
                <c:pt idx="195">
                  <c:v>4.4299921073401736</c:v>
                </c:pt>
                <c:pt idx="196">
                  <c:v>4.5337016574585629</c:v>
                </c:pt>
                <c:pt idx="197">
                  <c:v>4.809313338595107</c:v>
                </c:pt>
                <c:pt idx="198">
                  <c:v>4.9212312549329118</c:v>
                </c:pt>
                <c:pt idx="199">
                  <c:v>4.9660615627466456</c:v>
                </c:pt>
                <c:pt idx="200">
                  <c:v>4.8662983425414357</c:v>
                </c:pt>
                <c:pt idx="201">
                  <c:v>4.9924230465666923</c:v>
                </c:pt>
                <c:pt idx="202">
                  <c:v>5.2655090765588</c:v>
                </c:pt>
                <c:pt idx="203">
                  <c:v>5.1341752170481447</c:v>
                </c:pt>
                <c:pt idx="204">
                  <c:v>5.1261247040252567</c:v>
                </c:pt>
                <c:pt idx="205">
                  <c:v>5.2625098658247831</c:v>
                </c:pt>
                <c:pt idx="206">
                  <c:v>4.9385951065509079</c:v>
                </c:pt>
                <c:pt idx="207">
                  <c:v>4.966219415943173</c:v>
                </c:pt>
                <c:pt idx="208">
                  <c:v>5.1074980268350432</c:v>
                </c:pt>
                <c:pt idx="209">
                  <c:v>4.9079715864246252</c:v>
                </c:pt>
                <c:pt idx="210">
                  <c:v>4.7302288871349649</c:v>
                </c:pt>
                <c:pt idx="211">
                  <c:v>4.6953433307024461</c:v>
                </c:pt>
                <c:pt idx="212">
                  <c:v>4.7367008681925808</c:v>
                </c:pt>
                <c:pt idx="213">
                  <c:v>4.7436464088397789</c:v>
                </c:pt>
                <c:pt idx="214">
                  <c:v>4.1674822415153896</c:v>
                </c:pt>
                <c:pt idx="215">
                  <c:v>4.2833464877663774</c:v>
                </c:pt>
                <c:pt idx="216">
                  <c:v>4.135438042620363</c:v>
                </c:pt>
                <c:pt idx="217">
                  <c:v>4.5128650355169686</c:v>
                </c:pt>
                <c:pt idx="218">
                  <c:v>4.4798737174427794</c:v>
                </c:pt>
                <c:pt idx="219">
                  <c:v>4.3643251775848464</c:v>
                </c:pt>
                <c:pt idx="220">
                  <c:v>4.4975532754538277</c:v>
                </c:pt>
                <c:pt idx="221">
                  <c:v>4.1655880031570636</c:v>
                </c:pt>
                <c:pt idx="222">
                  <c:v>4.3804262036306234</c:v>
                </c:pt>
                <c:pt idx="223">
                  <c:v>4.2042620363062344</c:v>
                </c:pt>
                <c:pt idx="224">
                  <c:v>4.0883977900552484</c:v>
                </c:pt>
                <c:pt idx="225">
                  <c:v>4.3180741910023679</c:v>
                </c:pt>
                <c:pt idx="226">
                  <c:v>4.3539068666140484</c:v>
                </c:pt>
                <c:pt idx="227">
                  <c:v>4.3690607734806628</c:v>
                </c:pt>
                <c:pt idx="228">
                  <c:v>4.6372533543804257</c:v>
                </c:pt>
                <c:pt idx="229">
                  <c:v>4.4913970007892656</c:v>
                </c:pt>
                <c:pt idx="230">
                  <c:v>4.2307813733228086</c:v>
                </c:pt>
                <c:pt idx="231">
                  <c:v>3.738279400157853</c:v>
                </c:pt>
                <c:pt idx="232">
                  <c:v>4.0749802683504326</c:v>
                </c:pt>
                <c:pt idx="233">
                  <c:v>4.2355169692186267</c:v>
                </c:pt>
                <c:pt idx="234">
                  <c:v>4.4213101815311759</c:v>
                </c:pt>
                <c:pt idx="235">
                  <c:v>4.7248618784530381</c:v>
                </c:pt>
                <c:pt idx="236">
                  <c:v>4.8483030781373317</c:v>
                </c:pt>
                <c:pt idx="237">
                  <c:v>4.8846093133385953</c:v>
                </c:pt>
                <c:pt idx="238">
                  <c:v>4.7608524072612477</c:v>
                </c:pt>
                <c:pt idx="239">
                  <c:v>5.4625098658247833</c:v>
                </c:pt>
                <c:pt idx="240">
                  <c:v>6.145067087608524</c:v>
                </c:pt>
                <c:pt idx="241">
                  <c:v>6.3861089187056033</c:v>
                </c:pt>
                <c:pt idx="242">
                  <c:v>6.4705603788476722</c:v>
                </c:pt>
                <c:pt idx="243">
                  <c:v>6.5515390686661403</c:v>
                </c:pt>
                <c:pt idx="244">
                  <c:v>6.6670876085240716</c:v>
                </c:pt>
                <c:pt idx="245">
                  <c:v>6.7546961325966857</c:v>
                </c:pt>
                <c:pt idx="246">
                  <c:v>6.9272296764009456</c:v>
                </c:pt>
                <c:pt idx="247">
                  <c:v>6.6915548539857932</c:v>
                </c:pt>
                <c:pt idx="248">
                  <c:v>6.6265193370165747</c:v>
                </c:pt>
                <c:pt idx="249">
                  <c:v>6.3346487766377271</c:v>
                </c:pt>
                <c:pt idx="250">
                  <c:v>6.1321231254932913</c:v>
                </c:pt>
                <c:pt idx="251">
                  <c:v>5.8917127071823208</c:v>
                </c:pt>
                <c:pt idx="252">
                  <c:v>6.2224151539068666</c:v>
                </c:pt>
                <c:pt idx="253">
                  <c:v>5.650828729281768</c:v>
                </c:pt>
                <c:pt idx="254">
                  <c:v>5.7070244672454624</c:v>
                </c:pt>
                <c:pt idx="255">
                  <c:v>5.771270718232044</c:v>
                </c:pt>
                <c:pt idx="256">
                  <c:v>5.6050513022888708</c:v>
                </c:pt>
                <c:pt idx="257">
                  <c:v>5.5965272296764006</c:v>
                </c:pt>
                <c:pt idx="258">
                  <c:v>4.8492501973164952</c:v>
                </c:pt>
                <c:pt idx="259">
                  <c:v>5.1035516969218628</c:v>
                </c:pt>
                <c:pt idx="260">
                  <c:v>5.0980268350434086</c:v>
                </c:pt>
                <c:pt idx="261">
                  <c:v>4.4413575374901342</c:v>
                </c:pt>
                <c:pt idx="262">
                  <c:v>4.7289660615627467</c:v>
                </c:pt>
                <c:pt idx="263">
                  <c:v>5.0670876085240728</c:v>
                </c:pt>
                <c:pt idx="264">
                  <c:v>4.5951065509076559</c:v>
                </c:pt>
                <c:pt idx="265">
                  <c:v>5.0080505130228881</c:v>
                </c:pt>
                <c:pt idx="266">
                  <c:v>4.9692186266771907</c:v>
                </c:pt>
                <c:pt idx="267">
                  <c:v>5.0833464877663763</c:v>
                </c:pt>
                <c:pt idx="268">
                  <c:v>5.1532754538279404</c:v>
                </c:pt>
                <c:pt idx="269">
                  <c:v>5.3531176006314132</c:v>
                </c:pt>
                <c:pt idx="270">
                  <c:v>5.3346487766377262</c:v>
                </c:pt>
                <c:pt idx="271">
                  <c:v>5.4557221783741117</c:v>
                </c:pt>
                <c:pt idx="272">
                  <c:v>5.2841357537490126</c:v>
                </c:pt>
                <c:pt idx="273">
                  <c:v>5.1572217837411207</c:v>
                </c:pt>
                <c:pt idx="274">
                  <c:v>4.8233622730860297</c:v>
                </c:pt>
                <c:pt idx="275">
                  <c:v>5.3422257300710339</c:v>
                </c:pt>
                <c:pt idx="276">
                  <c:v>5.6509865824782954</c:v>
                </c:pt>
                <c:pt idx="277">
                  <c:v>5.3076558800315707</c:v>
                </c:pt>
                <c:pt idx="278">
                  <c:v>5.612786108918705</c:v>
                </c:pt>
                <c:pt idx="279">
                  <c:v>5.913654301499605</c:v>
                </c:pt>
                <c:pt idx="280">
                  <c:v>5.7636937647987372</c:v>
                </c:pt>
                <c:pt idx="281">
                  <c:v>5.6544593528018936</c:v>
                </c:pt>
                <c:pt idx="282">
                  <c:v>6.0618784530386733</c:v>
                </c:pt>
                <c:pt idx="283">
                  <c:v>6.006156274664562</c:v>
                </c:pt>
                <c:pt idx="284">
                  <c:v>5.7071823204419889</c:v>
                </c:pt>
                <c:pt idx="285">
                  <c:v>5.4421468034727702</c:v>
                </c:pt>
                <c:pt idx="286">
                  <c:v>5.3562746645619574</c:v>
                </c:pt>
                <c:pt idx="287">
                  <c:v>5.1373322809786899</c:v>
                </c:pt>
                <c:pt idx="288">
                  <c:v>5.0168902920284131</c:v>
                </c:pt>
                <c:pt idx="289">
                  <c:v>5.2621941594317283</c:v>
                </c:pt>
                <c:pt idx="290">
                  <c:v>5.2765588003157058</c:v>
                </c:pt>
                <c:pt idx="291">
                  <c:v>5.2470402525651139</c:v>
                </c:pt>
                <c:pt idx="292">
                  <c:v>5.3471191791633776</c:v>
                </c:pt>
                <c:pt idx="293">
                  <c:v>5.6767166535122344</c:v>
                </c:pt>
                <c:pt idx="294">
                  <c:v>6.5445935280189422</c:v>
                </c:pt>
                <c:pt idx="295">
                  <c:v>6.9234411996842944</c:v>
                </c:pt>
                <c:pt idx="296">
                  <c:v>6.7895816890292027</c:v>
                </c:pt>
                <c:pt idx="297">
                  <c:v>7.482715074980268</c:v>
                </c:pt>
                <c:pt idx="298">
                  <c:v>9.146961325966851</c:v>
                </c:pt>
                <c:pt idx="299">
                  <c:v>8.7450670876085237</c:v>
                </c:pt>
                <c:pt idx="300">
                  <c:v>9.5655880031570639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F9-4CEE-BDD5-14AD2F31BC9C}"/>
            </c:ext>
          </c:extLst>
        </c:ser>
        <c:ser>
          <c:idx val="1"/>
          <c:order val="1"/>
          <c:tx>
            <c:strRef>
              <c:f>수익률!$C$1</c:f>
              <c:strCache>
                <c:ptCount val="1"/>
                <c:pt idx="0">
                  <c:v>Portfolio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수익률!$F$2:$F$302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수익률!$C$2:$C$302</c:f>
              <c:numCache>
                <c:formatCode>General</c:formatCode>
                <c:ptCount val="301"/>
                <c:pt idx="0">
                  <c:v>1</c:v>
                </c:pt>
                <c:pt idx="1">
                  <c:v>1.1698262448304639</c:v>
                </c:pt>
                <c:pt idx="2">
                  <c:v>1.2595924175068769</c:v>
                </c:pt>
                <c:pt idx="3">
                  <c:v>1.2725805299320221</c:v>
                </c:pt>
                <c:pt idx="4">
                  <c:v>1.311838996735877</c:v>
                </c:pt>
                <c:pt idx="5">
                  <c:v>1.580370346054913</c:v>
                </c:pt>
                <c:pt idx="6">
                  <c:v>1.7016303435364979</c:v>
                </c:pt>
                <c:pt idx="7">
                  <c:v>1.5270699203896341</c:v>
                </c:pt>
                <c:pt idx="8">
                  <c:v>1.597713498251109</c:v>
                </c:pt>
                <c:pt idx="9">
                  <c:v>1.56293177751995</c:v>
                </c:pt>
                <c:pt idx="10">
                  <c:v>1.6630236083779759</c:v>
                </c:pt>
                <c:pt idx="11">
                  <c:v>1.866988452686547</c:v>
                </c:pt>
                <c:pt idx="12">
                  <c:v>2.0756668580583022</c:v>
                </c:pt>
                <c:pt idx="13">
                  <c:v>2.422666112080166</c:v>
                </c:pt>
                <c:pt idx="14">
                  <c:v>2.7694310369308441</c:v>
                </c:pt>
                <c:pt idx="15">
                  <c:v>3.2356827319152521</c:v>
                </c:pt>
                <c:pt idx="16">
                  <c:v>2.981529542631963</c:v>
                </c:pt>
                <c:pt idx="17">
                  <c:v>2.7658767784315712</c:v>
                </c:pt>
                <c:pt idx="18">
                  <c:v>2.7526224161618531</c:v>
                </c:pt>
                <c:pt idx="19">
                  <c:v>2.7703960016914571</c:v>
                </c:pt>
                <c:pt idx="20">
                  <c:v>2.9195550618901058</c:v>
                </c:pt>
                <c:pt idx="21">
                  <c:v>2.8439232903801108</c:v>
                </c:pt>
                <c:pt idx="22">
                  <c:v>2.8366871408046079</c:v>
                </c:pt>
                <c:pt idx="23">
                  <c:v>3.0251950847829372</c:v>
                </c:pt>
                <c:pt idx="24">
                  <c:v>2.83053534368733</c:v>
                </c:pt>
                <c:pt idx="25">
                  <c:v>2.7965966946477581</c:v>
                </c:pt>
                <c:pt idx="26">
                  <c:v>2.7893681351300881</c:v>
                </c:pt>
                <c:pt idx="27">
                  <c:v>2.804307183058798</c:v>
                </c:pt>
                <c:pt idx="28">
                  <c:v>3.18187335888241</c:v>
                </c:pt>
                <c:pt idx="29">
                  <c:v>3.4047198219975692</c:v>
                </c:pt>
                <c:pt idx="30">
                  <c:v>3.5109918451186539</c:v>
                </c:pt>
                <c:pt idx="31">
                  <c:v>3.4614762279609752</c:v>
                </c:pt>
                <c:pt idx="32">
                  <c:v>3.738880720623361</c:v>
                </c:pt>
                <c:pt idx="33">
                  <c:v>3.6057020749672701</c:v>
                </c:pt>
                <c:pt idx="34">
                  <c:v>3.8331208527626441</c:v>
                </c:pt>
                <c:pt idx="35">
                  <c:v>4.0655259569748567</c:v>
                </c:pt>
                <c:pt idx="36">
                  <c:v>4.2771846371133959</c:v>
                </c:pt>
                <c:pt idx="37">
                  <c:v>4.1352223645922344</c:v>
                </c:pt>
                <c:pt idx="38">
                  <c:v>4.6283246766281421</c:v>
                </c:pt>
                <c:pt idx="39">
                  <c:v>4.807709958161718</c:v>
                </c:pt>
                <c:pt idx="40">
                  <c:v>4.8723528443957873</c:v>
                </c:pt>
                <c:pt idx="41">
                  <c:v>4.5660652864076328</c:v>
                </c:pt>
                <c:pt idx="42">
                  <c:v>4.7505932649692824</c:v>
                </c:pt>
                <c:pt idx="43">
                  <c:v>4.7747365848716461</c:v>
                </c:pt>
                <c:pt idx="44">
                  <c:v>5.0425461252606034</c:v>
                </c:pt>
                <c:pt idx="45">
                  <c:v>5.1924440489667507</c:v>
                </c:pt>
                <c:pt idx="46">
                  <c:v>5.3143437838652821</c:v>
                </c:pt>
                <c:pt idx="47">
                  <c:v>5.7575993541087556</c:v>
                </c:pt>
                <c:pt idx="48">
                  <c:v>5.8906715426455243</c:v>
                </c:pt>
                <c:pt idx="49">
                  <c:v>6.1381230983899302</c:v>
                </c:pt>
                <c:pt idx="50">
                  <c:v>6.5868586657167914</c:v>
                </c:pt>
                <c:pt idx="51">
                  <c:v>6.3524189207933377</c:v>
                </c:pt>
                <c:pt idx="52">
                  <c:v>6.1985910257975316</c:v>
                </c:pt>
                <c:pt idx="53">
                  <c:v>6.5996844101032286</c:v>
                </c:pt>
                <c:pt idx="54">
                  <c:v>6.8887584067385594</c:v>
                </c:pt>
                <c:pt idx="55">
                  <c:v>7.4490138509240031</c:v>
                </c:pt>
                <c:pt idx="56">
                  <c:v>7.2599057303460111</c:v>
                </c:pt>
                <c:pt idx="57">
                  <c:v>8.1230049612790722</c:v>
                </c:pt>
                <c:pt idx="58">
                  <c:v>7.8567083653540379</c:v>
                </c:pt>
                <c:pt idx="59">
                  <c:v>8.2535619106938949</c:v>
                </c:pt>
                <c:pt idx="60">
                  <c:v>8.6222560535950326</c:v>
                </c:pt>
                <c:pt idx="61">
                  <c:v>8.4616233599906874</c:v>
                </c:pt>
                <c:pt idx="62">
                  <c:v>8.6085760624695169</c:v>
                </c:pt>
                <c:pt idx="63">
                  <c:v>8.7149470057000897</c:v>
                </c:pt>
                <c:pt idx="64">
                  <c:v>9.2940486798926027</c:v>
                </c:pt>
                <c:pt idx="65">
                  <c:v>9.1541880330755667</c:v>
                </c:pt>
                <c:pt idx="66">
                  <c:v>9.0542222236440573</c:v>
                </c:pt>
                <c:pt idx="67">
                  <c:v>8.8574615437225805</c:v>
                </c:pt>
                <c:pt idx="68">
                  <c:v>8.9453475412509267</c:v>
                </c:pt>
                <c:pt idx="69">
                  <c:v>9.2660787347972384</c:v>
                </c:pt>
                <c:pt idx="70">
                  <c:v>9.3884650775017491</c:v>
                </c:pt>
                <c:pt idx="71">
                  <c:v>10.12486830673922</c:v>
                </c:pt>
                <c:pt idx="72">
                  <c:v>10.325153893608279</c:v>
                </c:pt>
                <c:pt idx="73">
                  <c:v>9.7477615842970149</c:v>
                </c:pt>
                <c:pt idx="74">
                  <c:v>9.7945625540063492</c:v>
                </c:pt>
                <c:pt idx="75">
                  <c:v>9.8623978624770992</c:v>
                </c:pt>
                <c:pt idx="76">
                  <c:v>10.615193973934179</c:v>
                </c:pt>
                <c:pt idx="77">
                  <c:v>11.273302764973259</c:v>
                </c:pt>
                <c:pt idx="78">
                  <c:v>11.493704136586871</c:v>
                </c:pt>
                <c:pt idx="79">
                  <c:v>12.52084150633536</c:v>
                </c:pt>
                <c:pt idx="80">
                  <c:v>12.548039595306079</c:v>
                </c:pt>
                <c:pt idx="81">
                  <c:v>13.328570243343769</c:v>
                </c:pt>
                <c:pt idx="82">
                  <c:v>13.155931505126629</c:v>
                </c:pt>
                <c:pt idx="83">
                  <c:v>13.320685466422869</c:v>
                </c:pt>
                <c:pt idx="84">
                  <c:v>13.5101291215588</c:v>
                </c:pt>
                <c:pt idx="85">
                  <c:v>13.224510068236929</c:v>
                </c:pt>
                <c:pt idx="86">
                  <c:v>12.78714171438514</c:v>
                </c:pt>
                <c:pt idx="87">
                  <c:v>12.968671631249791</c:v>
                </c:pt>
                <c:pt idx="88">
                  <c:v>13.965541835393219</c:v>
                </c:pt>
                <c:pt idx="89">
                  <c:v>14.034809883960939</c:v>
                </c:pt>
                <c:pt idx="90">
                  <c:v>13.31127458119464</c:v>
                </c:pt>
                <c:pt idx="91">
                  <c:v>12.91428950400528</c:v>
                </c:pt>
                <c:pt idx="92">
                  <c:v>12.966591722607889</c:v>
                </c:pt>
                <c:pt idx="93">
                  <c:v>12.634091608595909</c:v>
                </c:pt>
                <c:pt idx="94">
                  <c:v>10.90032292536786</c:v>
                </c:pt>
                <c:pt idx="95">
                  <c:v>10.87711312969253</c:v>
                </c:pt>
                <c:pt idx="96">
                  <c:v>11.53100564054864</c:v>
                </c:pt>
                <c:pt idx="97">
                  <c:v>11.40231255815597</c:v>
                </c:pt>
                <c:pt idx="98">
                  <c:v>10.765281068076559</c:v>
                </c:pt>
                <c:pt idx="99">
                  <c:v>11.421688600682661</c:v>
                </c:pt>
                <c:pt idx="100">
                  <c:v>12.81967684684547</c:v>
                </c:pt>
                <c:pt idx="101">
                  <c:v>12.84255900701608</c:v>
                </c:pt>
                <c:pt idx="102">
                  <c:v>11.805274760083529</c:v>
                </c:pt>
                <c:pt idx="103">
                  <c:v>12.38255604116552</c:v>
                </c:pt>
                <c:pt idx="104">
                  <c:v>12.196354185641059</c:v>
                </c:pt>
                <c:pt idx="105">
                  <c:v>13.060059823462311</c:v>
                </c:pt>
                <c:pt idx="106">
                  <c:v>12.445875486268211</c:v>
                </c:pt>
                <c:pt idx="107">
                  <c:v>12.44165273061901</c:v>
                </c:pt>
                <c:pt idx="108">
                  <c:v>13.036454761707089</c:v>
                </c:pt>
                <c:pt idx="109">
                  <c:v>13.13489963431646</c:v>
                </c:pt>
                <c:pt idx="110">
                  <c:v>12.761175178377391</c:v>
                </c:pt>
                <c:pt idx="111">
                  <c:v>13.50379080105043</c:v>
                </c:pt>
                <c:pt idx="112">
                  <c:v>13.763187840814069</c:v>
                </c:pt>
                <c:pt idx="113">
                  <c:v>13.193796896296741</c:v>
                </c:pt>
                <c:pt idx="114">
                  <c:v>13.895204049595209</c:v>
                </c:pt>
                <c:pt idx="115">
                  <c:v>14.059428279855551</c:v>
                </c:pt>
                <c:pt idx="116">
                  <c:v>13.97539586609623</c:v>
                </c:pt>
                <c:pt idx="117">
                  <c:v>14.67997692692556</c:v>
                </c:pt>
                <c:pt idx="118">
                  <c:v>14.79508252251841</c:v>
                </c:pt>
                <c:pt idx="119">
                  <c:v>15.257533472441491</c:v>
                </c:pt>
                <c:pt idx="120">
                  <c:v>16.210268211335261</c:v>
                </c:pt>
                <c:pt idx="121">
                  <c:v>15.71344861188709</c:v>
                </c:pt>
                <c:pt idx="122">
                  <c:v>15.099636854817909</c:v>
                </c:pt>
                <c:pt idx="123">
                  <c:v>16.206886051970649</c:v>
                </c:pt>
                <c:pt idx="124">
                  <c:v>15.921541146677759</c:v>
                </c:pt>
                <c:pt idx="125">
                  <c:v>15.87488547224623</c:v>
                </c:pt>
                <c:pt idx="126">
                  <c:v>16.404362835050051</c:v>
                </c:pt>
                <c:pt idx="127">
                  <c:v>17.198637162148209</c:v>
                </c:pt>
                <c:pt idx="128">
                  <c:v>17.337350847332651</c:v>
                </c:pt>
                <c:pt idx="129">
                  <c:v>16.620963683849929</c:v>
                </c:pt>
                <c:pt idx="130">
                  <c:v>17.114080315904982</c:v>
                </c:pt>
                <c:pt idx="131">
                  <c:v>17.201703246125991</c:v>
                </c:pt>
                <c:pt idx="132">
                  <c:v>17.608660483719561</c:v>
                </c:pt>
                <c:pt idx="133">
                  <c:v>18.873040271549719</c:v>
                </c:pt>
                <c:pt idx="134">
                  <c:v>20.108168005315161</c:v>
                </c:pt>
                <c:pt idx="135">
                  <c:v>19.40183471248243</c:v>
                </c:pt>
                <c:pt idx="136">
                  <c:v>18.908102743515389</c:v>
                </c:pt>
                <c:pt idx="137">
                  <c:v>18.079521270665559</c:v>
                </c:pt>
                <c:pt idx="138">
                  <c:v>18.530794114949138</c:v>
                </c:pt>
                <c:pt idx="139">
                  <c:v>18.699870997104949</c:v>
                </c:pt>
                <c:pt idx="140">
                  <c:v>19.626793868344961</c:v>
                </c:pt>
                <c:pt idx="141">
                  <c:v>19.633961303520898</c:v>
                </c:pt>
                <c:pt idx="142">
                  <c:v>21.084303209231209</c:v>
                </c:pt>
                <c:pt idx="143">
                  <c:v>22.306921156174909</c:v>
                </c:pt>
                <c:pt idx="144">
                  <c:v>22.533697999308629</c:v>
                </c:pt>
                <c:pt idx="145">
                  <c:v>23.209682557964989</c:v>
                </c:pt>
                <c:pt idx="146">
                  <c:v>25.029519851572928</c:v>
                </c:pt>
                <c:pt idx="147">
                  <c:v>25.51135326975724</c:v>
                </c:pt>
                <c:pt idx="148">
                  <c:v>27.509905315106241</c:v>
                </c:pt>
                <c:pt idx="149">
                  <c:v>27.436467718969311</c:v>
                </c:pt>
                <c:pt idx="150">
                  <c:v>26.110062356295082</c:v>
                </c:pt>
                <c:pt idx="151">
                  <c:v>26.59343289179855</c:v>
                </c:pt>
                <c:pt idx="152">
                  <c:v>26.059045583552791</c:v>
                </c:pt>
                <c:pt idx="153">
                  <c:v>26.31509346238602</c:v>
                </c:pt>
                <c:pt idx="154">
                  <c:v>26.721946727681111</c:v>
                </c:pt>
                <c:pt idx="155">
                  <c:v>26.743436154312011</c:v>
                </c:pt>
                <c:pt idx="156">
                  <c:v>26.614420201320449</c:v>
                </c:pt>
                <c:pt idx="157">
                  <c:v>26.647127216677021</c:v>
                </c:pt>
                <c:pt idx="158">
                  <c:v>27.311346943966139</c:v>
                </c:pt>
                <c:pt idx="159">
                  <c:v>28.173845300639648</c:v>
                </c:pt>
                <c:pt idx="160">
                  <c:v>29.32349720111176</c:v>
                </c:pt>
                <c:pt idx="161">
                  <c:v>30.5016441401172</c:v>
                </c:pt>
                <c:pt idx="162">
                  <c:v>30.96740948069888</c:v>
                </c:pt>
                <c:pt idx="163">
                  <c:v>31.62263863282228</c:v>
                </c:pt>
                <c:pt idx="164">
                  <c:v>31.260766787255271</c:v>
                </c:pt>
                <c:pt idx="165">
                  <c:v>32.71641659917006</c:v>
                </c:pt>
                <c:pt idx="166">
                  <c:v>32.708102156046117</c:v>
                </c:pt>
                <c:pt idx="167">
                  <c:v>32.306039333309251</c:v>
                </c:pt>
                <c:pt idx="168">
                  <c:v>33.348603351751059</c:v>
                </c:pt>
                <c:pt idx="169">
                  <c:v>34.438077909536467</c:v>
                </c:pt>
                <c:pt idx="170">
                  <c:v>35.83510908690576</c:v>
                </c:pt>
                <c:pt idx="171">
                  <c:v>38.017785494927033</c:v>
                </c:pt>
                <c:pt idx="172">
                  <c:v>40.577306223471389</c:v>
                </c:pt>
                <c:pt idx="173">
                  <c:v>40.391242941639987</c:v>
                </c:pt>
                <c:pt idx="174">
                  <c:v>40.623656542505408</c:v>
                </c:pt>
                <c:pt idx="175">
                  <c:v>39.212436830317081</c:v>
                </c:pt>
                <c:pt idx="176">
                  <c:v>38.033165978435193</c:v>
                </c:pt>
                <c:pt idx="177">
                  <c:v>39.583012436887422</c:v>
                </c:pt>
                <c:pt idx="178">
                  <c:v>39.664400075075719</c:v>
                </c:pt>
                <c:pt idx="179">
                  <c:v>38.227451830447698</c:v>
                </c:pt>
                <c:pt idx="180">
                  <c:v>38.58405424334682</c:v>
                </c:pt>
                <c:pt idx="181">
                  <c:v>38.217902466471003</c:v>
                </c:pt>
                <c:pt idx="182">
                  <c:v>38.81370676194063</c:v>
                </c:pt>
                <c:pt idx="183">
                  <c:v>39.344570348350572</c:v>
                </c:pt>
                <c:pt idx="184">
                  <c:v>39.633959986349232</c:v>
                </c:pt>
                <c:pt idx="185">
                  <c:v>40.078131897828591</c:v>
                </c:pt>
                <c:pt idx="186">
                  <c:v>40.209155372745492</c:v>
                </c:pt>
                <c:pt idx="187">
                  <c:v>40.465706771883823</c:v>
                </c:pt>
                <c:pt idx="188">
                  <c:v>40.84097715804419</c:v>
                </c:pt>
                <c:pt idx="189">
                  <c:v>43.485583311914048</c:v>
                </c:pt>
                <c:pt idx="190">
                  <c:v>41.271317926751408</c:v>
                </c:pt>
                <c:pt idx="191">
                  <c:v>40.42696301542891</c:v>
                </c:pt>
                <c:pt idx="192">
                  <c:v>42.531281722190329</c:v>
                </c:pt>
                <c:pt idx="193">
                  <c:v>42.612952387780389</c:v>
                </c:pt>
                <c:pt idx="194">
                  <c:v>44.366098882847041</c:v>
                </c:pt>
                <c:pt idx="195">
                  <c:v>45.614808073398969</c:v>
                </c:pt>
                <c:pt idx="196">
                  <c:v>46.901938868152783</c:v>
                </c:pt>
                <c:pt idx="197">
                  <c:v>48.92561677578199</c:v>
                </c:pt>
                <c:pt idx="198">
                  <c:v>48.932581657969124</c:v>
                </c:pt>
                <c:pt idx="199">
                  <c:v>48.796381817089362</c:v>
                </c:pt>
                <c:pt idx="200">
                  <c:v>47.967878583314707</c:v>
                </c:pt>
                <c:pt idx="201">
                  <c:v>47.070641902791017</c:v>
                </c:pt>
                <c:pt idx="202">
                  <c:v>48.20283211789085</c:v>
                </c:pt>
                <c:pt idx="203">
                  <c:v>50.042840880573053</c:v>
                </c:pt>
                <c:pt idx="204">
                  <c:v>51.704331994027022</c:v>
                </c:pt>
                <c:pt idx="205">
                  <c:v>51.337716253277222</c:v>
                </c:pt>
                <c:pt idx="206">
                  <c:v>48.527108424964752</c:v>
                </c:pt>
                <c:pt idx="207">
                  <c:v>49.47708401760989</c:v>
                </c:pt>
                <c:pt idx="208">
                  <c:v>50.450890818087437</c:v>
                </c:pt>
                <c:pt idx="209">
                  <c:v>51.02782661274005</c:v>
                </c:pt>
                <c:pt idx="210">
                  <c:v>50.044206587603753</c:v>
                </c:pt>
                <c:pt idx="211">
                  <c:v>49.857887168199532</c:v>
                </c:pt>
                <c:pt idx="212">
                  <c:v>51.861424395276657</c:v>
                </c:pt>
                <c:pt idx="213">
                  <c:v>52.958886058651672</c:v>
                </c:pt>
                <c:pt idx="214">
                  <c:v>47.408009389661657</c:v>
                </c:pt>
                <c:pt idx="215">
                  <c:v>50.030413038131108</c:v>
                </c:pt>
                <c:pt idx="216">
                  <c:v>49.880136238274687</c:v>
                </c:pt>
                <c:pt idx="217">
                  <c:v>53.729154234802429</c:v>
                </c:pt>
                <c:pt idx="218">
                  <c:v>54.336995635082872</c:v>
                </c:pt>
                <c:pt idx="219">
                  <c:v>53.090060120272192</c:v>
                </c:pt>
                <c:pt idx="220">
                  <c:v>52.498341448055363</c:v>
                </c:pt>
                <c:pt idx="221">
                  <c:v>49.026207182750859</c:v>
                </c:pt>
                <c:pt idx="222">
                  <c:v>51.328126031782027</c:v>
                </c:pt>
                <c:pt idx="223">
                  <c:v>47.991767995652268</c:v>
                </c:pt>
                <c:pt idx="224">
                  <c:v>46.925410073446344</c:v>
                </c:pt>
                <c:pt idx="225">
                  <c:v>47.588041653680527</c:v>
                </c:pt>
                <c:pt idx="226">
                  <c:v>46.735061500382017</c:v>
                </c:pt>
                <c:pt idx="227">
                  <c:v>46.995934147338971</c:v>
                </c:pt>
                <c:pt idx="228">
                  <c:v>48.798784375069147</c:v>
                </c:pt>
                <c:pt idx="229">
                  <c:v>47.381755416614013</c:v>
                </c:pt>
                <c:pt idx="230">
                  <c:v>44.770793387840882</c:v>
                </c:pt>
                <c:pt idx="231">
                  <c:v>42.301008426733148</c:v>
                </c:pt>
                <c:pt idx="232">
                  <c:v>48.411664391498753</c:v>
                </c:pt>
                <c:pt idx="233">
                  <c:v>50.223461371441857</c:v>
                </c:pt>
                <c:pt idx="234">
                  <c:v>48.524132978610687</c:v>
                </c:pt>
                <c:pt idx="235">
                  <c:v>52.832832015264003</c:v>
                </c:pt>
                <c:pt idx="236">
                  <c:v>54.268295631418489</c:v>
                </c:pt>
                <c:pt idx="237">
                  <c:v>53.862608323834273</c:v>
                </c:pt>
                <c:pt idx="238">
                  <c:v>54.14989841775126</c:v>
                </c:pt>
                <c:pt idx="239">
                  <c:v>57.199594554401457</c:v>
                </c:pt>
                <c:pt idx="240">
                  <c:v>61.118384166372898</c:v>
                </c:pt>
                <c:pt idx="241">
                  <c:v>60.37460313130741</c:v>
                </c:pt>
                <c:pt idx="242">
                  <c:v>63.498786793313378</c:v>
                </c:pt>
                <c:pt idx="243">
                  <c:v>67.418162963498816</c:v>
                </c:pt>
                <c:pt idx="244">
                  <c:v>70.58720771254616</c:v>
                </c:pt>
                <c:pt idx="245">
                  <c:v>78.815595380308736</c:v>
                </c:pt>
                <c:pt idx="246">
                  <c:v>83.276510719388469</c:v>
                </c:pt>
                <c:pt idx="247">
                  <c:v>78.357844816460215</c:v>
                </c:pt>
                <c:pt idx="248">
                  <c:v>75.47376187858778</c:v>
                </c:pt>
                <c:pt idx="249">
                  <c:v>77.258904072270894</c:v>
                </c:pt>
                <c:pt idx="250">
                  <c:v>76.246285927783589</c:v>
                </c:pt>
                <c:pt idx="251">
                  <c:v>70.702859055035745</c:v>
                </c:pt>
                <c:pt idx="252">
                  <c:v>79.235295484622071</c:v>
                </c:pt>
                <c:pt idx="253">
                  <c:v>74.209572203496705</c:v>
                </c:pt>
                <c:pt idx="254">
                  <c:v>74.669878350382433</c:v>
                </c:pt>
                <c:pt idx="255">
                  <c:v>77.787851168132946</c:v>
                </c:pt>
                <c:pt idx="256">
                  <c:v>78.459471016667123</c:v>
                </c:pt>
                <c:pt idx="257">
                  <c:v>79.01378146716803</c:v>
                </c:pt>
                <c:pt idx="258">
                  <c:v>67.806042489539735</c:v>
                </c:pt>
                <c:pt idx="259">
                  <c:v>70.727641294766585</c:v>
                </c:pt>
                <c:pt idx="260">
                  <c:v>70.314855434960137</c:v>
                </c:pt>
                <c:pt idx="261">
                  <c:v>66.074204817447125</c:v>
                </c:pt>
                <c:pt idx="262">
                  <c:v>66.437880007158398</c:v>
                </c:pt>
                <c:pt idx="263">
                  <c:v>68.765549629093158</c:v>
                </c:pt>
                <c:pt idx="264">
                  <c:v>66.660219526471465</c:v>
                </c:pt>
                <c:pt idx="265">
                  <c:v>71.221691504080951</c:v>
                </c:pt>
                <c:pt idx="266">
                  <c:v>68.818484747497408</c:v>
                </c:pt>
                <c:pt idx="267">
                  <c:v>67.494359887324521</c:v>
                </c:pt>
                <c:pt idx="268">
                  <c:v>66.253351010414576</c:v>
                </c:pt>
                <c:pt idx="269">
                  <c:v>66.906377666489419</c:v>
                </c:pt>
                <c:pt idx="270">
                  <c:v>66.004821167264851</c:v>
                </c:pt>
                <c:pt idx="271">
                  <c:v>63.225292170649261</c:v>
                </c:pt>
                <c:pt idx="272">
                  <c:v>67.426975507910555</c:v>
                </c:pt>
                <c:pt idx="273">
                  <c:v>69.007344765372622</c:v>
                </c:pt>
                <c:pt idx="274">
                  <c:v>67.135044218926012</c:v>
                </c:pt>
                <c:pt idx="275">
                  <c:v>69.042379928722752</c:v>
                </c:pt>
                <c:pt idx="276">
                  <c:v>71.150028732892267</c:v>
                </c:pt>
                <c:pt idx="277">
                  <c:v>69.72765945921148</c:v>
                </c:pt>
                <c:pt idx="278">
                  <c:v>71.183690396839978</c:v>
                </c:pt>
                <c:pt idx="279">
                  <c:v>71.311145347482565</c:v>
                </c:pt>
                <c:pt idx="280">
                  <c:v>73.107149777367525</c:v>
                </c:pt>
                <c:pt idx="281">
                  <c:v>72.218844177866629</c:v>
                </c:pt>
                <c:pt idx="282">
                  <c:v>73.525627233463226</c:v>
                </c:pt>
                <c:pt idx="283">
                  <c:v>72.826742235415409</c:v>
                </c:pt>
                <c:pt idx="284">
                  <c:v>73.330555209758984</c:v>
                </c:pt>
                <c:pt idx="285">
                  <c:v>74.088825174624859</c:v>
                </c:pt>
                <c:pt idx="286">
                  <c:v>76.638704953444673</c:v>
                </c:pt>
                <c:pt idx="287">
                  <c:v>77.168389891023651</c:v>
                </c:pt>
                <c:pt idx="288">
                  <c:v>76.03659801293297</c:v>
                </c:pt>
                <c:pt idx="289">
                  <c:v>73.364054487180965</c:v>
                </c:pt>
                <c:pt idx="290">
                  <c:v>74.204244896699663</c:v>
                </c:pt>
                <c:pt idx="291">
                  <c:v>73.7939872976728</c:v>
                </c:pt>
                <c:pt idx="292">
                  <c:v>76.14716222923451</c:v>
                </c:pt>
                <c:pt idx="293">
                  <c:v>79.746330516784127</c:v>
                </c:pt>
                <c:pt idx="294">
                  <c:v>87.033783847702708</c:v>
                </c:pt>
                <c:pt idx="295">
                  <c:v>89.5473328923471</c:v>
                </c:pt>
                <c:pt idx="296">
                  <c:v>89.156095729589211</c:v>
                </c:pt>
                <c:pt idx="297">
                  <c:v>91.300924117141477</c:v>
                </c:pt>
                <c:pt idx="298">
                  <c:v>88.853502335936454</c:v>
                </c:pt>
                <c:pt idx="299">
                  <c:v>92.203315524459924</c:v>
                </c:pt>
                <c:pt idx="300">
                  <c:v>91.181972607164141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F9-4CEE-BDD5-14AD2F31BC9C}"/>
            </c:ext>
          </c:extLst>
        </c:ser>
        <c:ser>
          <c:idx val="2"/>
          <c:order val="2"/>
          <c:tx>
            <c:strRef>
              <c:f>수익률!$D$1</c:f>
              <c:strCache>
                <c:ptCount val="1"/>
                <c:pt idx="0">
                  <c:v>IVOL</c:v>
                </c:pt>
              </c:strCache>
            </c:strRef>
          </c:tx>
          <c:spPr>
            <a:ln w="25400" cap="rnd">
              <a:solidFill>
                <a:srgbClr val="C808B1"/>
              </a:solidFill>
              <a:round/>
            </a:ln>
            <a:effectLst/>
          </c:spPr>
          <c:marker>
            <c:symbol val="none"/>
          </c:marker>
          <c:cat>
            <c:numRef>
              <c:f>수익률!$F$2:$F$302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수익률!$D$2:$D$302</c:f>
              <c:numCache>
                <c:formatCode>General</c:formatCode>
                <c:ptCount val="301"/>
                <c:pt idx="0">
                  <c:v>1</c:v>
                </c:pt>
                <c:pt idx="1">
                  <c:v>1.1775004228773811</c:v>
                </c:pt>
                <c:pt idx="2">
                  <c:v>1.2294729003238161</c:v>
                </c:pt>
                <c:pt idx="3">
                  <c:v>1.1614032042158151</c:v>
                </c:pt>
                <c:pt idx="4">
                  <c:v>1.1961701700017759</c:v>
                </c:pt>
                <c:pt idx="5">
                  <c:v>1.350581245261824</c:v>
                </c:pt>
                <c:pt idx="6">
                  <c:v>1.396277531333858</c:v>
                </c:pt>
                <c:pt idx="7">
                  <c:v>1.258700898813182</c:v>
                </c:pt>
                <c:pt idx="8">
                  <c:v>1.240664007412027</c:v>
                </c:pt>
                <c:pt idx="9">
                  <c:v>1.151472778267993</c:v>
                </c:pt>
                <c:pt idx="10">
                  <c:v>1.2606974370002011</c:v>
                </c:pt>
                <c:pt idx="11">
                  <c:v>1.43197029544055</c:v>
                </c:pt>
                <c:pt idx="12">
                  <c:v>1.5765618036061111</c:v>
                </c:pt>
                <c:pt idx="13">
                  <c:v>1.8077787325373691</c:v>
                </c:pt>
                <c:pt idx="14">
                  <c:v>2.012501550625851</c:v>
                </c:pt>
                <c:pt idx="15">
                  <c:v>2.2720172467740851</c:v>
                </c:pt>
                <c:pt idx="16">
                  <c:v>2.0288512480400702</c:v>
                </c:pt>
                <c:pt idx="17">
                  <c:v>1.941082595803443</c:v>
                </c:pt>
                <c:pt idx="18">
                  <c:v>1.8525966214213989</c:v>
                </c:pt>
                <c:pt idx="19">
                  <c:v>1.8108673265737609</c:v>
                </c:pt>
                <c:pt idx="20">
                  <c:v>1.865611912901626</c:v>
                </c:pt>
                <c:pt idx="21">
                  <c:v>1.716765635689891</c:v>
                </c:pt>
                <c:pt idx="22">
                  <c:v>1.742789946743051</c:v>
                </c:pt>
                <c:pt idx="23">
                  <c:v>1.8751497149025049</c:v>
                </c:pt>
                <c:pt idx="24">
                  <c:v>1.738919180391721</c:v>
                </c:pt>
                <c:pt idx="25">
                  <c:v>1.6480532937464101</c:v>
                </c:pt>
                <c:pt idx="26">
                  <c:v>1.6535231800824639</c:v>
                </c:pt>
                <c:pt idx="27">
                  <c:v>1.5715241013130921</c:v>
                </c:pt>
                <c:pt idx="28">
                  <c:v>1.795453291739558</c:v>
                </c:pt>
                <c:pt idx="29">
                  <c:v>1.9554316187925831</c:v>
                </c:pt>
                <c:pt idx="30">
                  <c:v>2.0096351590048931</c:v>
                </c:pt>
                <c:pt idx="31">
                  <c:v>2.0150527371128431</c:v>
                </c:pt>
                <c:pt idx="32">
                  <c:v>2.1062119660240479</c:v>
                </c:pt>
                <c:pt idx="33">
                  <c:v>1.991395296975158</c:v>
                </c:pt>
                <c:pt idx="34">
                  <c:v>2.087856964724907</c:v>
                </c:pt>
                <c:pt idx="35">
                  <c:v>2.194486789183391</c:v>
                </c:pt>
                <c:pt idx="36">
                  <c:v>2.3533402657401421</c:v>
                </c:pt>
                <c:pt idx="37">
                  <c:v>2.2930763226688482</c:v>
                </c:pt>
                <c:pt idx="38">
                  <c:v>2.3623401717218848</c:v>
                </c:pt>
                <c:pt idx="39">
                  <c:v>2.3780688632470959</c:v>
                </c:pt>
                <c:pt idx="40">
                  <c:v>2.4028669112286209</c:v>
                </c:pt>
                <c:pt idx="41">
                  <c:v>2.2281846663729881</c:v>
                </c:pt>
                <c:pt idx="42">
                  <c:v>2.2614843649850052</c:v>
                </c:pt>
                <c:pt idx="43">
                  <c:v>2.2046526133858051</c:v>
                </c:pt>
                <c:pt idx="44">
                  <c:v>2.3579731924757672</c:v>
                </c:pt>
                <c:pt idx="45">
                  <c:v>2.501592159885754</c:v>
                </c:pt>
                <c:pt idx="46">
                  <c:v>2.5889510877203699</c:v>
                </c:pt>
                <c:pt idx="47">
                  <c:v>2.8140624963737539</c:v>
                </c:pt>
                <c:pt idx="48">
                  <c:v>2.8964103307942701</c:v>
                </c:pt>
                <c:pt idx="49">
                  <c:v>3.1931928946333432</c:v>
                </c:pt>
                <c:pt idx="50">
                  <c:v>3.7225342042540812</c:v>
                </c:pt>
                <c:pt idx="51">
                  <c:v>3.5966908704734628</c:v>
                </c:pt>
                <c:pt idx="52">
                  <c:v>3.5089470224874879</c:v>
                </c:pt>
                <c:pt idx="53">
                  <c:v>3.6409005018051701</c:v>
                </c:pt>
                <c:pt idx="54">
                  <c:v>3.9765164690994022</c:v>
                </c:pt>
                <c:pt idx="55">
                  <c:v>4.5008087230264131</c:v>
                </c:pt>
                <c:pt idx="56">
                  <c:v>4.3460223962077329</c:v>
                </c:pt>
                <c:pt idx="57">
                  <c:v>5.034642510529161</c:v>
                </c:pt>
                <c:pt idx="58">
                  <c:v>5.1242404949475988</c:v>
                </c:pt>
                <c:pt idx="59">
                  <c:v>5.8509091458324463</c:v>
                </c:pt>
                <c:pt idx="60">
                  <c:v>6.0304610845992519</c:v>
                </c:pt>
                <c:pt idx="61">
                  <c:v>5.7525198105870201</c:v>
                </c:pt>
                <c:pt idx="62">
                  <c:v>5.6953752107347784</c:v>
                </c:pt>
                <c:pt idx="63">
                  <c:v>5.7953038495599776</c:v>
                </c:pt>
                <c:pt idx="64">
                  <c:v>6.081044990735883</c:v>
                </c:pt>
                <c:pt idx="65">
                  <c:v>5.7591227996728449</c:v>
                </c:pt>
                <c:pt idx="66">
                  <c:v>5.5843599387265037</c:v>
                </c:pt>
                <c:pt idx="67">
                  <c:v>5.548566839378509</c:v>
                </c:pt>
                <c:pt idx="68">
                  <c:v>5.8868781598522437</c:v>
                </c:pt>
                <c:pt idx="69">
                  <c:v>6.0949367509970376</c:v>
                </c:pt>
                <c:pt idx="70">
                  <c:v>6.1767312077508212</c:v>
                </c:pt>
                <c:pt idx="71">
                  <c:v>6.8703643572351023</c:v>
                </c:pt>
                <c:pt idx="72">
                  <c:v>6.9634911370623822</c:v>
                </c:pt>
                <c:pt idx="73">
                  <c:v>6.5941769227020419</c:v>
                </c:pt>
                <c:pt idx="74">
                  <c:v>6.8260968885332076</c:v>
                </c:pt>
                <c:pt idx="75">
                  <c:v>7.3460299752093023</c:v>
                </c:pt>
                <c:pt idx="76">
                  <c:v>8.014168523172815</c:v>
                </c:pt>
                <c:pt idx="77">
                  <c:v>9.090079853841738</c:v>
                </c:pt>
                <c:pt idx="78">
                  <c:v>9.3644460508639504</c:v>
                </c:pt>
                <c:pt idx="79">
                  <c:v>10.495960181000269</c:v>
                </c:pt>
                <c:pt idx="80">
                  <c:v>10.136257394191791</c:v>
                </c:pt>
                <c:pt idx="81">
                  <c:v>10.37163167935206</c:v>
                </c:pt>
                <c:pt idx="82">
                  <c:v>10.134549711272429</c:v>
                </c:pt>
                <c:pt idx="83">
                  <c:v>9.4745944193793008</c:v>
                </c:pt>
                <c:pt idx="84">
                  <c:v>9.7097136896944285</c:v>
                </c:pt>
                <c:pt idx="85">
                  <c:v>8.656052110316578</c:v>
                </c:pt>
                <c:pt idx="86">
                  <c:v>9.2170718053007601</c:v>
                </c:pt>
                <c:pt idx="87">
                  <c:v>9.0277823830605453</c:v>
                </c:pt>
                <c:pt idx="88">
                  <c:v>9.5130202832338586</c:v>
                </c:pt>
                <c:pt idx="89">
                  <c:v>9.7941449146014641</c:v>
                </c:pt>
                <c:pt idx="90">
                  <c:v>9.2356409825682402</c:v>
                </c:pt>
                <c:pt idx="91">
                  <c:v>8.7131900332761045</c:v>
                </c:pt>
                <c:pt idx="92">
                  <c:v>8.1466174897251253</c:v>
                </c:pt>
                <c:pt idx="93">
                  <c:v>7.9076522556705759</c:v>
                </c:pt>
                <c:pt idx="94">
                  <c:v>6.347127003465979</c:v>
                </c:pt>
                <c:pt idx="95">
                  <c:v>6.3615591520821209</c:v>
                </c:pt>
                <c:pt idx="96">
                  <c:v>7.0328615210493384</c:v>
                </c:pt>
                <c:pt idx="97">
                  <c:v>7.2310492844246594</c:v>
                </c:pt>
                <c:pt idx="98">
                  <c:v>7.0571221857155226</c:v>
                </c:pt>
                <c:pt idx="99">
                  <c:v>8.0068349307534863</c:v>
                </c:pt>
                <c:pt idx="100">
                  <c:v>9.5495642638100282</c:v>
                </c:pt>
                <c:pt idx="101">
                  <c:v>9.90814821677378</c:v>
                </c:pt>
                <c:pt idx="102">
                  <c:v>9.756749192149476</c:v>
                </c:pt>
                <c:pt idx="103">
                  <c:v>10.455185462885741</c:v>
                </c:pt>
                <c:pt idx="104">
                  <c:v>10.84644792174187</c:v>
                </c:pt>
                <c:pt idx="105">
                  <c:v>10.998592017413429</c:v>
                </c:pt>
                <c:pt idx="106">
                  <c:v>10.6661831904099</c:v>
                </c:pt>
                <c:pt idx="107">
                  <c:v>10.5425181363306</c:v>
                </c:pt>
                <c:pt idx="108">
                  <c:v>11.46327193173118</c:v>
                </c:pt>
                <c:pt idx="109">
                  <c:v>10.915973096227759</c:v>
                </c:pt>
                <c:pt idx="110">
                  <c:v>11.16321907596806</c:v>
                </c:pt>
                <c:pt idx="111">
                  <c:v>11.84185036171322</c:v>
                </c:pt>
                <c:pt idx="112">
                  <c:v>12.431108180751281</c:v>
                </c:pt>
                <c:pt idx="113">
                  <c:v>12.066407171914831</c:v>
                </c:pt>
                <c:pt idx="114">
                  <c:v>12.54372829508311</c:v>
                </c:pt>
                <c:pt idx="115">
                  <c:v>12.755083292943571</c:v>
                </c:pt>
                <c:pt idx="116">
                  <c:v>12.62817007693036</c:v>
                </c:pt>
                <c:pt idx="117">
                  <c:v>13.554338977501651</c:v>
                </c:pt>
                <c:pt idx="118">
                  <c:v>14.38582120152215</c:v>
                </c:pt>
                <c:pt idx="119">
                  <c:v>14.017127801022751</c:v>
                </c:pt>
                <c:pt idx="120">
                  <c:v>15.027855445358909</c:v>
                </c:pt>
                <c:pt idx="121">
                  <c:v>15.071331904566881</c:v>
                </c:pt>
                <c:pt idx="122">
                  <c:v>14.40244979746665</c:v>
                </c:pt>
                <c:pt idx="123">
                  <c:v>15.39714280223081</c:v>
                </c:pt>
                <c:pt idx="124">
                  <c:v>15.939042532749779</c:v>
                </c:pt>
                <c:pt idx="125">
                  <c:v>15.651388462730541</c:v>
                </c:pt>
                <c:pt idx="126">
                  <c:v>15.79351971875364</c:v>
                </c:pt>
                <c:pt idx="127">
                  <c:v>16.830358042959549</c:v>
                </c:pt>
                <c:pt idx="128">
                  <c:v>15.728977204245069</c:v>
                </c:pt>
                <c:pt idx="129">
                  <c:v>14.33237982789684</c:v>
                </c:pt>
                <c:pt idx="130">
                  <c:v>15.29224102909351</c:v>
                </c:pt>
                <c:pt idx="131">
                  <c:v>15.178498590369429</c:v>
                </c:pt>
                <c:pt idx="132">
                  <c:v>15.74188207505159</c:v>
                </c:pt>
                <c:pt idx="133">
                  <c:v>16.71569393683405</c:v>
                </c:pt>
                <c:pt idx="134">
                  <c:v>18.20301649127844</c:v>
                </c:pt>
                <c:pt idx="135">
                  <c:v>17.75578863113255</c:v>
                </c:pt>
                <c:pt idx="136">
                  <c:v>17.110084466834671</c:v>
                </c:pt>
                <c:pt idx="137">
                  <c:v>16.350721735458421</c:v>
                </c:pt>
                <c:pt idx="138">
                  <c:v>16.940375110219509</c:v>
                </c:pt>
                <c:pt idx="139">
                  <c:v>17.071181656675929</c:v>
                </c:pt>
                <c:pt idx="140">
                  <c:v>18.057971591584909</c:v>
                </c:pt>
                <c:pt idx="141">
                  <c:v>19.241859506902291</c:v>
                </c:pt>
                <c:pt idx="142">
                  <c:v>19.289053450931512</c:v>
                </c:pt>
                <c:pt idx="143">
                  <c:v>19.341150676864039</c:v>
                </c:pt>
                <c:pt idx="144">
                  <c:v>20.003886965451219</c:v>
                </c:pt>
                <c:pt idx="145">
                  <c:v>20.139273699964871</c:v>
                </c:pt>
                <c:pt idx="146">
                  <c:v>20.785852906629732</c:v>
                </c:pt>
                <c:pt idx="147">
                  <c:v>21.67510631944614</c:v>
                </c:pt>
                <c:pt idx="148">
                  <c:v>22.610697939105471</c:v>
                </c:pt>
                <c:pt idx="149">
                  <c:v>22.949312526265949</c:v>
                </c:pt>
                <c:pt idx="150">
                  <c:v>21.455461954120821</c:v>
                </c:pt>
                <c:pt idx="151">
                  <c:v>22.414884541870691</c:v>
                </c:pt>
                <c:pt idx="152">
                  <c:v>21.97484077468885</c:v>
                </c:pt>
                <c:pt idx="153">
                  <c:v>22.75202234253112</c:v>
                </c:pt>
                <c:pt idx="154">
                  <c:v>22.630955469520721</c:v>
                </c:pt>
                <c:pt idx="155">
                  <c:v>22.575313589536179</c:v>
                </c:pt>
                <c:pt idx="156">
                  <c:v>22.7415769200122</c:v>
                </c:pt>
                <c:pt idx="157">
                  <c:v>22.933849340832779</c:v>
                </c:pt>
                <c:pt idx="158">
                  <c:v>23.736702896371831</c:v>
                </c:pt>
                <c:pt idx="159">
                  <c:v>24.529200483028148</c:v>
                </c:pt>
                <c:pt idx="160">
                  <c:v>25.069321275655941</c:v>
                </c:pt>
                <c:pt idx="161">
                  <c:v>25.34475577694241</c:v>
                </c:pt>
                <c:pt idx="162">
                  <c:v>25.583174787439599</c:v>
                </c:pt>
                <c:pt idx="163">
                  <c:v>26.225311054233419</c:v>
                </c:pt>
                <c:pt idx="164">
                  <c:v>26.917460917233811</c:v>
                </c:pt>
                <c:pt idx="165">
                  <c:v>27.111401491633529</c:v>
                </c:pt>
                <c:pt idx="166">
                  <c:v>26.181178430671402</c:v>
                </c:pt>
                <c:pt idx="167">
                  <c:v>25.96341561565896</c:v>
                </c:pt>
                <c:pt idx="168">
                  <c:v>25.670166450275719</c:v>
                </c:pt>
                <c:pt idx="169">
                  <c:v>26.245482313477289</c:v>
                </c:pt>
                <c:pt idx="170">
                  <c:v>28.0913895679912</c:v>
                </c:pt>
                <c:pt idx="171">
                  <c:v>29.645410128526031</c:v>
                </c:pt>
                <c:pt idx="172">
                  <c:v>31.413440497852601</c:v>
                </c:pt>
                <c:pt idx="173">
                  <c:v>32.052347375132022</c:v>
                </c:pt>
                <c:pt idx="174">
                  <c:v>32.170630881605781</c:v>
                </c:pt>
                <c:pt idx="175">
                  <c:v>31.877383625286122</c:v>
                </c:pt>
                <c:pt idx="176">
                  <c:v>30.34535729103041</c:v>
                </c:pt>
                <c:pt idx="177">
                  <c:v>30.97492812182729</c:v>
                </c:pt>
                <c:pt idx="178">
                  <c:v>31.475243055094818</c:v>
                </c:pt>
                <c:pt idx="179">
                  <c:v>30.9670711273126</c:v>
                </c:pt>
                <c:pt idx="180">
                  <c:v>31.56236031064488</c:v>
                </c:pt>
                <c:pt idx="181">
                  <c:v>30.69051282910484</c:v>
                </c:pt>
                <c:pt idx="182">
                  <c:v>31.01174855596739</c:v>
                </c:pt>
                <c:pt idx="183">
                  <c:v>33.06284914545494</c:v>
                </c:pt>
                <c:pt idx="184">
                  <c:v>34.270853257177031</c:v>
                </c:pt>
                <c:pt idx="185">
                  <c:v>33.896840636066578</c:v>
                </c:pt>
                <c:pt idx="186">
                  <c:v>33.556089970386992</c:v>
                </c:pt>
                <c:pt idx="187">
                  <c:v>34.853725498115793</c:v>
                </c:pt>
                <c:pt idx="188">
                  <c:v>34.633330350845952</c:v>
                </c:pt>
                <c:pt idx="189">
                  <c:v>35.91635322657509</c:v>
                </c:pt>
                <c:pt idx="190">
                  <c:v>34.495370333140919</c:v>
                </c:pt>
                <c:pt idx="191">
                  <c:v>34.429234715888853</c:v>
                </c:pt>
                <c:pt idx="192">
                  <c:v>36.454885187478162</c:v>
                </c:pt>
                <c:pt idx="193">
                  <c:v>36.242294301718069</c:v>
                </c:pt>
                <c:pt idx="194">
                  <c:v>37.080010635318118</c:v>
                </c:pt>
                <c:pt idx="195">
                  <c:v>37.741108862605422</c:v>
                </c:pt>
                <c:pt idx="196">
                  <c:v>38.067480316221811</c:v>
                </c:pt>
                <c:pt idx="197">
                  <c:v>39.851344943345907</c:v>
                </c:pt>
                <c:pt idx="198">
                  <c:v>39.90305244508825</c:v>
                </c:pt>
                <c:pt idx="199">
                  <c:v>39.461585596695862</c:v>
                </c:pt>
                <c:pt idx="200">
                  <c:v>39.133121898507177</c:v>
                </c:pt>
                <c:pt idx="201">
                  <c:v>37.570736705944718</c:v>
                </c:pt>
                <c:pt idx="202">
                  <c:v>38.260757595222508</c:v>
                </c:pt>
                <c:pt idx="203">
                  <c:v>38.757755730384019</c:v>
                </c:pt>
                <c:pt idx="204">
                  <c:v>39.105993990949997</c:v>
                </c:pt>
                <c:pt idx="205">
                  <c:v>42.17377095799047</c:v>
                </c:pt>
                <c:pt idx="206">
                  <c:v>40.495474694456149</c:v>
                </c:pt>
                <c:pt idx="207">
                  <c:v>40.59765145738411</c:v>
                </c:pt>
                <c:pt idx="208">
                  <c:v>42.650514375843422</c:v>
                </c:pt>
                <c:pt idx="209">
                  <c:v>42.249144201309491</c:v>
                </c:pt>
                <c:pt idx="210">
                  <c:v>39.993886632247481</c:v>
                </c:pt>
                <c:pt idx="211">
                  <c:v>39.109966218603802</c:v>
                </c:pt>
                <c:pt idx="212">
                  <c:v>39.896650846453703</c:v>
                </c:pt>
                <c:pt idx="213">
                  <c:v>40.169064902666527</c:v>
                </c:pt>
                <c:pt idx="214">
                  <c:v>33.682034476315913</c:v>
                </c:pt>
                <c:pt idx="215">
                  <c:v>35.947937490607409</c:v>
                </c:pt>
                <c:pt idx="216">
                  <c:v>36.765991803727992</c:v>
                </c:pt>
                <c:pt idx="217">
                  <c:v>39.979248741790528</c:v>
                </c:pt>
                <c:pt idx="218">
                  <c:v>39.965418118177382</c:v>
                </c:pt>
                <c:pt idx="219">
                  <c:v>39.913651397552833</c:v>
                </c:pt>
                <c:pt idx="220">
                  <c:v>41.571733305604212</c:v>
                </c:pt>
                <c:pt idx="221">
                  <c:v>39.084911737357118</c:v>
                </c:pt>
                <c:pt idx="222">
                  <c:v>40.661552592922867</c:v>
                </c:pt>
                <c:pt idx="223">
                  <c:v>37.462745475002407</c:v>
                </c:pt>
                <c:pt idx="224">
                  <c:v>36.614448031589902</c:v>
                </c:pt>
                <c:pt idx="225">
                  <c:v>37.853039838762079</c:v>
                </c:pt>
                <c:pt idx="226">
                  <c:v>37.311162949484697</c:v>
                </c:pt>
                <c:pt idx="227">
                  <c:v>37.67056582647983</c:v>
                </c:pt>
                <c:pt idx="228">
                  <c:v>39.292620578595901</c:v>
                </c:pt>
                <c:pt idx="229">
                  <c:v>37.659059053017558</c:v>
                </c:pt>
                <c:pt idx="230">
                  <c:v>34.970818533656612</c:v>
                </c:pt>
                <c:pt idx="231">
                  <c:v>30.302766988099108</c:v>
                </c:pt>
                <c:pt idx="232">
                  <c:v>35.851859030018517</c:v>
                </c:pt>
                <c:pt idx="233">
                  <c:v>38.16723460208874</c:v>
                </c:pt>
                <c:pt idx="234">
                  <c:v>38.080375253900968</c:v>
                </c:pt>
                <c:pt idx="235">
                  <c:v>40.76791426411733</c:v>
                </c:pt>
                <c:pt idx="236">
                  <c:v>41.457516752137543</c:v>
                </c:pt>
                <c:pt idx="237">
                  <c:v>42.577614056173921</c:v>
                </c:pt>
                <c:pt idx="238">
                  <c:v>42.454302101964373</c:v>
                </c:pt>
                <c:pt idx="239">
                  <c:v>47.025892602538889</c:v>
                </c:pt>
                <c:pt idx="240">
                  <c:v>50.864028066370693</c:v>
                </c:pt>
                <c:pt idx="241">
                  <c:v>52.247898728867071</c:v>
                </c:pt>
                <c:pt idx="242">
                  <c:v>54.252985156139687</c:v>
                </c:pt>
                <c:pt idx="243">
                  <c:v>58.589500079118743</c:v>
                </c:pt>
                <c:pt idx="244">
                  <c:v>62.669333140829913</c:v>
                </c:pt>
                <c:pt idx="245">
                  <c:v>65.795878925997002</c:v>
                </c:pt>
                <c:pt idx="246">
                  <c:v>69.560829868768664</c:v>
                </c:pt>
                <c:pt idx="247">
                  <c:v>68.491873908900047</c:v>
                </c:pt>
                <c:pt idx="248">
                  <c:v>66.769776159194876</c:v>
                </c:pt>
                <c:pt idx="249">
                  <c:v>65.976671588711326</c:v>
                </c:pt>
                <c:pt idx="250">
                  <c:v>65.122228453550363</c:v>
                </c:pt>
                <c:pt idx="251">
                  <c:v>58.044676911090278</c:v>
                </c:pt>
                <c:pt idx="252">
                  <c:v>64.859457514026943</c:v>
                </c:pt>
                <c:pt idx="253">
                  <c:v>60.049424460963422</c:v>
                </c:pt>
                <c:pt idx="254">
                  <c:v>62.93290989152483</c:v>
                </c:pt>
                <c:pt idx="255">
                  <c:v>67.174688722050604</c:v>
                </c:pt>
                <c:pt idx="256">
                  <c:v>68.942331595014338</c:v>
                </c:pt>
                <c:pt idx="257">
                  <c:v>67.275665741138283</c:v>
                </c:pt>
                <c:pt idx="258">
                  <c:v>58.265393183003127</c:v>
                </c:pt>
                <c:pt idx="259">
                  <c:v>61.107665092694667</c:v>
                </c:pt>
                <c:pt idx="260">
                  <c:v>62.126647745373234</c:v>
                </c:pt>
                <c:pt idx="261">
                  <c:v>54.218827476726567</c:v>
                </c:pt>
                <c:pt idx="262">
                  <c:v>55.862955827365148</c:v>
                </c:pt>
                <c:pt idx="263">
                  <c:v>60.638586349576322</c:v>
                </c:pt>
                <c:pt idx="264">
                  <c:v>58.939199612116951</c:v>
                </c:pt>
                <c:pt idx="265">
                  <c:v>62.742092015193279</c:v>
                </c:pt>
                <c:pt idx="266">
                  <c:v>62.579389652573688</c:v>
                </c:pt>
                <c:pt idx="267">
                  <c:v>62.451019911081623</c:v>
                </c:pt>
                <c:pt idx="268">
                  <c:v>62.300023705785748</c:v>
                </c:pt>
                <c:pt idx="269">
                  <c:v>63.899871960137013</c:v>
                </c:pt>
                <c:pt idx="270">
                  <c:v>64.475767481499688</c:v>
                </c:pt>
                <c:pt idx="271">
                  <c:v>61.92153466510959</c:v>
                </c:pt>
                <c:pt idx="272">
                  <c:v>62.977233579485528</c:v>
                </c:pt>
                <c:pt idx="273">
                  <c:v>60.972860159033303</c:v>
                </c:pt>
                <c:pt idx="274">
                  <c:v>58.134434717578387</c:v>
                </c:pt>
                <c:pt idx="275">
                  <c:v>61.928785377277997</c:v>
                </c:pt>
                <c:pt idx="276">
                  <c:v>64.137861116487557</c:v>
                </c:pt>
                <c:pt idx="277">
                  <c:v>63.232790877215614</c:v>
                </c:pt>
                <c:pt idx="278">
                  <c:v>64.813409716580992</c:v>
                </c:pt>
                <c:pt idx="279">
                  <c:v>65.151148954092434</c:v>
                </c:pt>
                <c:pt idx="280">
                  <c:v>65.423500165002025</c:v>
                </c:pt>
                <c:pt idx="281">
                  <c:v>64.945679220991522</c:v>
                </c:pt>
                <c:pt idx="282">
                  <c:v>65.414257063556406</c:v>
                </c:pt>
                <c:pt idx="283">
                  <c:v>64.76221273379609</c:v>
                </c:pt>
                <c:pt idx="284">
                  <c:v>62.85140274976024</c:v>
                </c:pt>
                <c:pt idx="285">
                  <c:v>62.142636219970491</c:v>
                </c:pt>
                <c:pt idx="286">
                  <c:v>61.234397512356168</c:v>
                </c:pt>
                <c:pt idx="287">
                  <c:v>59.839944335178849</c:v>
                </c:pt>
                <c:pt idx="288">
                  <c:v>59.884764507314657</c:v>
                </c:pt>
                <c:pt idx="289">
                  <c:v>60.790423895124917</c:v>
                </c:pt>
                <c:pt idx="290">
                  <c:v>62.11493082905222</c:v>
                </c:pt>
                <c:pt idx="291">
                  <c:v>60.916417497132628</c:v>
                </c:pt>
                <c:pt idx="292">
                  <c:v>65.458055426413381</c:v>
                </c:pt>
                <c:pt idx="293">
                  <c:v>68.747026318134871</c:v>
                </c:pt>
                <c:pt idx="294">
                  <c:v>72.136768104818856</c:v>
                </c:pt>
                <c:pt idx="295">
                  <c:v>73.457660320702757</c:v>
                </c:pt>
                <c:pt idx="296">
                  <c:v>71.836131207797777</c:v>
                </c:pt>
                <c:pt idx="297">
                  <c:v>72.137024665818174</c:v>
                </c:pt>
                <c:pt idx="298">
                  <c:v>71.275240030402756</c:v>
                </c:pt>
                <c:pt idx="299">
                  <c:v>72.094177034064899</c:v>
                </c:pt>
                <c:pt idx="300">
                  <c:v>74.054065424878459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F9-4CEE-BDD5-14AD2F31BC9C}"/>
            </c:ext>
          </c:extLst>
        </c:ser>
        <c:ser>
          <c:idx val="3"/>
          <c:order val="3"/>
          <c:tx>
            <c:strRef>
              <c:f>수익률!$E$1</c:f>
              <c:strCache>
                <c:ptCount val="1"/>
                <c:pt idx="0">
                  <c:v>GP</c:v>
                </c:pt>
              </c:strCache>
            </c:strRef>
          </c:tx>
          <c:spPr>
            <a:ln w="254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수익률!$F$2:$F$302</c:f>
              <c:numCache>
                <c:formatCode>General</c:formatCode>
                <c:ptCount val="301"/>
                <c:pt idx="0">
                  <c:v>2000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2001</c:v>
                </c:pt>
                <c:pt idx="5">
                  <c:v>2001</c:v>
                </c:pt>
                <c:pt idx="6">
                  <c:v>2001</c:v>
                </c:pt>
                <c:pt idx="7">
                  <c:v>2001</c:v>
                </c:pt>
                <c:pt idx="8">
                  <c:v>2001</c:v>
                </c:pt>
                <c:pt idx="9">
                  <c:v>2001</c:v>
                </c:pt>
                <c:pt idx="10">
                  <c:v>2001</c:v>
                </c:pt>
                <c:pt idx="11">
                  <c:v>2001</c:v>
                </c:pt>
                <c:pt idx="12">
                  <c:v>2001</c:v>
                </c:pt>
                <c:pt idx="13">
                  <c:v>2002</c:v>
                </c:pt>
                <c:pt idx="14">
                  <c:v>2002</c:v>
                </c:pt>
                <c:pt idx="15">
                  <c:v>2002</c:v>
                </c:pt>
                <c:pt idx="16">
                  <c:v>2002</c:v>
                </c:pt>
                <c:pt idx="17">
                  <c:v>2002</c:v>
                </c:pt>
                <c:pt idx="18">
                  <c:v>2002</c:v>
                </c:pt>
                <c:pt idx="19">
                  <c:v>2002</c:v>
                </c:pt>
                <c:pt idx="20">
                  <c:v>2002</c:v>
                </c:pt>
                <c:pt idx="21">
                  <c:v>2002</c:v>
                </c:pt>
                <c:pt idx="22">
                  <c:v>2002</c:v>
                </c:pt>
                <c:pt idx="23">
                  <c:v>2002</c:v>
                </c:pt>
                <c:pt idx="24">
                  <c:v>2002</c:v>
                </c:pt>
                <c:pt idx="25">
                  <c:v>2003</c:v>
                </c:pt>
                <c:pt idx="26">
                  <c:v>2003</c:v>
                </c:pt>
                <c:pt idx="27">
                  <c:v>2003</c:v>
                </c:pt>
                <c:pt idx="28">
                  <c:v>2003</c:v>
                </c:pt>
                <c:pt idx="29">
                  <c:v>2003</c:v>
                </c:pt>
                <c:pt idx="30">
                  <c:v>2003</c:v>
                </c:pt>
                <c:pt idx="31">
                  <c:v>2003</c:v>
                </c:pt>
                <c:pt idx="32">
                  <c:v>2003</c:v>
                </c:pt>
                <c:pt idx="33">
                  <c:v>2003</c:v>
                </c:pt>
                <c:pt idx="34">
                  <c:v>2003</c:v>
                </c:pt>
                <c:pt idx="35">
                  <c:v>2003</c:v>
                </c:pt>
                <c:pt idx="36">
                  <c:v>2003</c:v>
                </c:pt>
                <c:pt idx="37">
                  <c:v>2004</c:v>
                </c:pt>
                <c:pt idx="38">
                  <c:v>2004</c:v>
                </c:pt>
                <c:pt idx="39">
                  <c:v>2004</c:v>
                </c:pt>
                <c:pt idx="40">
                  <c:v>2004</c:v>
                </c:pt>
                <c:pt idx="41">
                  <c:v>2004</c:v>
                </c:pt>
                <c:pt idx="42">
                  <c:v>2004</c:v>
                </c:pt>
                <c:pt idx="43">
                  <c:v>2004</c:v>
                </c:pt>
                <c:pt idx="44">
                  <c:v>2004</c:v>
                </c:pt>
                <c:pt idx="45">
                  <c:v>2004</c:v>
                </c:pt>
                <c:pt idx="46">
                  <c:v>2004</c:v>
                </c:pt>
                <c:pt idx="47">
                  <c:v>2004</c:v>
                </c:pt>
                <c:pt idx="48">
                  <c:v>2004</c:v>
                </c:pt>
                <c:pt idx="49">
                  <c:v>2005</c:v>
                </c:pt>
                <c:pt idx="50">
                  <c:v>2005</c:v>
                </c:pt>
                <c:pt idx="51">
                  <c:v>2005</c:v>
                </c:pt>
                <c:pt idx="52">
                  <c:v>2005</c:v>
                </c:pt>
                <c:pt idx="53">
                  <c:v>2005</c:v>
                </c:pt>
                <c:pt idx="54">
                  <c:v>2005</c:v>
                </c:pt>
                <c:pt idx="55">
                  <c:v>2005</c:v>
                </c:pt>
                <c:pt idx="56">
                  <c:v>2005</c:v>
                </c:pt>
                <c:pt idx="57">
                  <c:v>2005</c:v>
                </c:pt>
                <c:pt idx="58">
                  <c:v>2005</c:v>
                </c:pt>
                <c:pt idx="59">
                  <c:v>2005</c:v>
                </c:pt>
                <c:pt idx="60">
                  <c:v>2005</c:v>
                </c:pt>
                <c:pt idx="61">
                  <c:v>2006</c:v>
                </c:pt>
                <c:pt idx="62">
                  <c:v>2006</c:v>
                </c:pt>
                <c:pt idx="63">
                  <c:v>2006</c:v>
                </c:pt>
                <c:pt idx="64">
                  <c:v>2006</c:v>
                </c:pt>
                <c:pt idx="65">
                  <c:v>2006</c:v>
                </c:pt>
                <c:pt idx="66">
                  <c:v>2006</c:v>
                </c:pt>
                <c:pt idx="67">
                  <c:v>2006</c:v>
                </c:pt>
                <c:pt idx="68">
                  <c:v>2006</c:v>
                </c:pt>
                <c:pt idx="69">
                  <c:v>2006</c:v>
                </c:pt>
                <c:pt idx="70">
                  <c:v>2006</c:v>
                </c:pt>
                <c:pt idx="71">
                  <c:v>2006</c:v>
                </c:pt>
                <c:pt idx="72">
                  <c:v>2006</c:v>
                </c:pt>
                <c:pt idx="73">
                  <c:v>2007</c:v>
                </c:pt>
                <c:pt idx="74">
                  <c:v>2007</c:v>
                </c:pt>
                <c:pt idx="75">
                  <c:v>2007</c:v>
                </c:pt>
                <c:pt idx="76">
                  <c:v>2007</c:v>
                </c:pt>
                <c:pt idx="77">
                  <c:v>2007</c:v>
                </c:pt>
                <c:pt idx="78">
                  <c:v>2007</c:v>
                </c:pt>
                <c:pt idx="79">
                  <c:v>2007</c:v>
                </c:pt>
                <c:pt idx="80">
                  <c:v>2007</c:v>
                </c:pt>
                <c:pt idx="81">
                  <c:v>2007</c:v>
                </c:pt>
                <c:pt idx="82">
                  <c:v>2007</c:v>
                </c:pt>
                <c:pt idx="83">
                  <c:v>2007</c:v>
                </c:pt>
                <c:pt idx="84">
                  <c:v>2007</c:v>
                </c:pt>
                <c:pt idx="85">
                  <c:v>2008</c:v>
                </c:pt>
                <c:pt idx="86">
                  <c:v>2008</c:v>
                </c:pt>
                <c:pt idx="87">
                  <c:v>2008</c:v>
                </c:pt>
                <c:pt idx="88">
                  <c:v>2008</c:v>
                </c:pt>
                <c:pt idx="89">
                  <c:v>2008</c:v>
                </c:pt>
                <c:pt idx="90">
                  <c:v>2008</c:v>
                </c:pt>
                <c:pt idx="91">
                  <c:v>2008</c:v>
                </c:pt>
                <c:pt idx="92">
                  <c:v>2008</c:v>
                </c:pt>
                <c:pt idx="93">
                  <c:v>2008</c:v>
                </c:pt>
                <c:pt idx="94">
                  <c:v>2008</c:v>
                </c:pt>
                <c:pt idx="95">
                  <c:v>2008</c:v>
                </c:pt>
                <c:pt idx="96">
                  <c:v>2008</c:v>
                </c:pt>
                <c:pt idx="97">
                  <c:v>2009</c:v>
                </c:pt>
                <c:pt idx="98">
                  <c:v>2009</c:v>
                </c:pt>
                <c:pt idx="99">
                  <c:v>2009</c:v>
                </c:pt>
                <c:pt idx="100">
                  <c:v>2009</c:v>
                </c:pt>
                <c:pt idx="101">
                  <c:v>2009</c:v>
                </c:pt>
                <c:pt idx="102">
                  <c:v>2009</c:v>
                </c:pt>
                <c:pt idx="103">
                  <c:v>2009</c:v>
                </c:pt>
                <c:pt idx="104">
                  <c:v>2009</c:v>
                </c:pt>
                <c:pt idx="105">
                  <c:v>2009</c:v>
                </c:pt>
                <c:pt idx="106">
                  <c:v>2009</c:v>
                </c:pt>
                <c:pt idx="107">
                  <c:v>2009</c:v>
                </c:pt>
                <c:pt idx="108">
                  <c:v>2009</c:v>
                </c:pt>
                <c:pt idx="109">
                  <c:v>2010</c:v>
                </c:pt>
                <c:pt idx="110">
                  <c:v>2010</c:v>
                </c:pt>
                <c:pt idx="111">
                  <c:v>2010</c:v>
                </c:pt>
                <c:pt idx="112">
                  <c:v>2010</c:v>
                </c:pt>
                <c:pt idx="113">
                  <c:v>2010</c:v>
                </c:pt>
                <c:pt idx="114">
                  <c:v>2010</c:v>
                </c:pt>
                <c:pt idx="115">
                  <c:v>2010</c:v>
                </c:pt>
                <c:pt idx="116">
                  <c:v>2010</c:v>
                </c:pt>
                <c:pt idx="117">
                  <c:v>2010</c:v>
                </c:pt>
                <c:pt idx="118">
                  <c:v>2010</c:v>
                </c:pt>
                <c:pt idx="119">
                  <c:v>2010</c:v>
                </c:pt>
                <c:pt idx="120">
                  <c:v>2010</c:v>
                </c:pt>
                <c:pt idx="121">
                  <c:v>2011</c:v>
                </c:pt>
                <c:pt idx="122">
                  <c:v>2011</c:v>
                </c:pt>
                <c:pt idx="123">
                  <c:v>2011</c:v>
                </c:pt>
                <c:pt idx="124">
                  <c:v>2011</c:v>
                </c:pt>
                <c:pt idx="125">
                  <c:v>2011</c:v>
                </c:pt>
                <c:pt idx="126">
                  <c:v>2011</c:v>
                </c:pt>
                <c:pt idx="127">
                  <c:v>2011</c:v>
                </c:pt>
                <c:pt idx="128">
                  <c:v>2011</c:v>
                </c:pt>
                <c:pt idx="129">
                  <c:v>2011</c:v>
                </c:pt>
                <c:pt idx="130">
                  <c:v>2011</c:v>
                </c:pt>
                <c:pt idx="131">
                  <c:v>2011</c:v>
                </c:pt>
                <c:pt idx="132">
                  <c:v>2011</c:v>
                </c:pt>
                <c:pt idx="133">
                  <c:v>2012</c:v>
                </c:pt>
                <c:pt idx="134">
                  <c:v>2012</c:v>
                </c:pt>
                <c:pt idx="135">
                  <c:v>2012</c:v>
                </c:pt>
                <c:pt idx="136">
                  <c:v>2012</c:v>
                </c:pt>
                <c:pt idx="137">
                  <c:v>2012</c:v>
                </c:pt>
                <c:pt idx="138">
                  <c:v>2012</c:v>
                </c:pt>
                <c:pt idx="139">
                  <c:v>2012</c:v>
                </c:pt>
                <c:pt idx="140">
                  <c:v>2012</c:v>
                </c:pt>
                <c:pt idx="141">
                  <c:v>2012</c:v>
                </c:pt>
                <c:pt idx="142">
                  <c:v>2012</c:v>
                </c:pt>
                <c:pt idx="143">
                  <c:v>2012</c:v>
                </c:pt>
                <c:pt idx="144">
                  <c:v>2012</c:v>
                </c:pt>
                <c:pt idx="145">
                  <c:v>2013</c:v>
                </c:pt>
                <c:pt idx="146">
                  <c:v>2013</c:v>
                </c:pt>
                <c:pt idx="147">
                  <c:v>2013</c:v>
                </c:pt>
                <c:pt idx="148">
                  <c:v>2013</c:v>
                </c:pt>
                <c:pt idx="149">
                  <c:v>2013</c:v>
                </c:pt>
                <c:pt idx="150">
                  <c:v>2013</c:v>
                </c:pt>
                <c:pt idx="151">
                  <c:v>2013</c:v>
                </c:pt>
                <c:pt idx="152">
                  <c:v>2013</c:v>
                </c:pt>
                <c:pt idx="153">
                  <c:v>2013</c:v>
                </c:pt>
                <c:pt idx="154">
                  <c:v>2013</c:v>
                </c:pt>
                <c:pt idx="155">
                  <c:v>2013</c:v>
                </c:pt>
                <c:pt idx="156">
                  <c:v>2013</c:v>
                </c:pt>
                <c:pt idx="157">
                  <c:v>2014</c:v>
                </c:pt>
                <c:pt idx="158">
                  <c:v>2014</c:v>
                </c:pt>
                <c:pt idx="159">
                  <c:v>2014</c:v>
                </c:pt>
                <c:pt idx="160">
                  <c:v>2014</c:v>
                </c:pt>
                <c:pt idx="161">
                  <c:v>2014</c:v>
                </c:pt>
                <c:pt idx="162">
                  <c:v>2014</c:v>
                </c:pt>
                <c:pt idx="163">
                  <c:v>2014</c:v>
                </c:pt>
                <c:pt idx="164">
                  <c:v>2014</c:v>
                </c:pt>
                <c:pt idx="165">
                  <c:v>2014</c:v>
                </c:pt>
                <c:pt idx="166">
                  <c:v>2014</c:v>
                </c:pt>
                <c:pt idx="167">
                  <c:v>2014</c:v>
                </c:pt>
                <c:pt idx="168">
                  <c:v>2014</c:v>
                </c:pt>
                <c:pt idx="169">
                  <c:v>2015</c:v>
                </c:pt>
                <c:pt idx="170">
                  <c:v>2015</c:v>
                </c:pt>
                <c:pt idx="171">
                  <c:v>2015</c:v>
                </c:pt>
                <c:pt idx="172">
                  <c:v>2015</c:v>
                </c:pt>
                <c:pt idx="173">
                  <c:v>2015</c:v>
                </c:pt>
                <c:pt idx="174">
                  <c:v>2015</c:v>
                </c:pt>
                <c:pt idx="175">
                  <c:v>2015</c:v>
                </c:pt>
                <c:pt idx="176">
                  <c:v>2015</c:v>
                </c:pt>
                <c:pt idx="177">
                  <c:v>2015</c:v>
                </c:pt>
                <c:pt idx="178">
                  <c:v>2015</c:v>
                </c:pt>
                <c:pt idx="179">
                  <c:v>2015</c:v>
                </c:pt>
                <c:pt idx="180">
                  <c:v>2015</c:v>
                </c:pt>
                <c:pt idx="181">
                  <c:v>2016</c:v>
                </c:pt>
                <c:pt idx="182">
                  <c:v>2016</c:v>
                </c:pt>
                <c:pt idx="183">
                  <c:v>2016</c:v>
                </c:pt>
                <c:pt idx="184">
                  <c:v>2016</c:v>
                </c:pt>
                <c:pt idx="185">
                  <c:v>2016</c:v>
                </c:pt>
                <c:pt idx="186">
                  <c:v>2016</c:v>
                </c:pt>
                <c:pt idx="187">
                  <c:v>2016</c:v>
                </c:pt>
                <c:pt idx="188">
                  <c:v>2016</c:v>
                </c:pt>
                <c:pt idx="189">
                  <c:v>2016</c:v>
                </c:pt>
                <c:pt idx="190">
                  <c:v>2016</c:v>
                </c:pt>
                <c:pt idx="191">
                  <c:v>2016</c:v>
                </c:pt>
                <c:pt idx="192">
                  <c:v>2016</c:v>
                </c:pt>
                <c:pt idx="193">
                  <c:v>2017</c:v>
                </c:pt>
                <c:pt idx="194">
                  <c:v>2017</c:v>
                </c:pt>
                <c:pt idx="195">
                  <c:v>2017</c:v>
                </c:pt>
                <c:pt idx="196">
                  <c:v>2017</c:v>
                </c:pt>
                <c:pt idx="197">
                  <c:v>2017</c:v>
                </c:pt>
                <c:pt idx="198">
                  <c:v>2017</c:v>
                </c:pt>
                <c:pt idx="199">
                  <c:v>2017</c:v>
                </c:pt>
                <c:pt idx="200">
                  <c:v>2017</c:v>
                </c:pt>
                <c:pt idx="201">
                  <c:v>2017</c:v>
                </c:pt>
                <c:pt idx="202">
                  <c:v>2017</c:v>
                </c:pt>
                <c:pt idx="203">
                  <c:v>2017</c:v>
                </c:pt>
                <c:pt idx="204">
                  <c:v>2017</c:v>
                </c:pt>
                <c:pt idx="205">
                  <c:v>2018</c:v>
                </c:pt>
                <c:pt idx="206">
                  <c:v>2018</c:v>
                </c:pt>
                <c:pt idx="207">
                  <c:v>2018</c:v>
                </c:pt>
                <c:pt idx="208">
                  <c:v>2018</c:v>
                </c:pt>
                <c:pt idx="209">
                  <c:v>2018</c:v>
                </c:pt>
                <c:pt idx="210">
                  <c:v>2018</c:v>
                </c:pt>
                <c:pt idx="211">
                  <c:v>2018</c:v>
                </c:pt>
                <c:pt idx="212">
                  <c:v>2018</c:v>
                </c:pt>
                <c:pt idx="213">
                  <c:v>2018</c:v>
                </c:pt>
                <c:pt idx="214">
                  <c:v>2018</c:v>
                </c:pt>
                <c:pt idx="215">
                  <c:v>2018</c:v>
                </c:pt>
                <c:pt idx="216">
                  <c:v>2018</c:v>
                </c:pt>
                <c:pt idx="217">
                  <c:v>2019</c:v>
                </c:pt>
                <c:pt idx="218">
                  <c:v>2019</c:v>
                </c:pt>
                <c:pt idx="219">
                  <c:v>2019</c:v>
                </c:pt>
                <c:pt idx="220">
                  <c:v>2019</c:v>
                </c:pt>
                <c:pt idx="221">
                  <c:v>2019</c:v>
                </c:pt>
                <c:pt idx="222">
                  <c:v>2019</c:v>
                </c:pt>
                <c:pt idx="223">
                  <c:v>2019</c:v>
                </c:pt>
                <c:pt idx="224">
                  <c:v>2019</c:v>
                </c:pt>
                <c:pt idx="225">
                  <c:v>2019</c:v>
                </c:pt>
                <c:pt idx="226">
                  <c:v>2019</c:v>
                </c:pt>
                <c:pt idx="227">
                  <c:v>2019</c:v>
                </c:pt>
                <c:pt idx="228">
                  <c:v>2019</c:v>
                </c:pt>
                <c:pt idx="229">
                  <c:v>2020</c:v>
                </c:pt>
                <c:pt idx="230">
                  <c:v>2020</c:v>
                </c:pt>
                <c:pt idx="231">
                  <c:v>2020</c:v>
                </c:pt>
                <c:pt idx="232">
                  <c:v>2020</c:v>
                </c:pt>
                <c:pt idx="233">
                  <c:v>2020</c:v>
                </c:pt>
                <c:pt idx="234">
                  <c:v>2020</c:v>
                </c:pt>
                <c:pt idx="235">
                  <c:v>2020</c:v>
                </c:pt>
                <c:pt idx="236">
                  <c:v>2020</c:v>
                </c:pt>
                <c:pt idx="237">
                  <c:v>2020</c:v>
                </c:pt>
                <c:pt idx="238">
                  <c:v>2020</c:v>
                </c:pt>
                <c:pt idx="239">
                  <c:v>2020</c:v>
                </c:pt>
                <c:pt idx="240">
                  <c:v>2020</c:v>
                </c:pt>
                <c:pt idx="241">
                  <c:v>2021</c:v>
                </c:pt>
                <c:pt idx="242">
                  <c:v>2021</c:v>
                </c:pt>
                <c:pt idx="243">
                  <c:v>2021</c:v>
                </c:pt>
                <c:pt idx="244">
                  <c:v>2021</c:v>
                </c:pt>
                <c:pt idx="245">
                  <c:v>2021</c:v>
                </c:pt>
                <c:pt idx="246">
                  <c:v>2021</c:v>
                </c:pt>
                <c:pt idx="247">
                  <c:v>2021</c:v>
                </c:pt>
                <c:pt idx="248">
                  <c:v>2021</c:v>
                </c:pt>
                <c:pt idx="249">
                  <c:v>2021</c:v>
                </c:pt>
                <c:pt idx="250">
                  <c:v>2021</c:v>
                </c:pt>
                <c:pt idx="251">
                  <c:v>2021</c:v>
                </c:pt>
                <c:pt idx="252">
                  <c:v>2021</c:v>
                </c:pt>
                <c:pt idx="253">
                  <c:v>2022</c:v>
                </c:pt>
                <c:pt idx="254">
                  <c:v>2022</c:v>
                </c:pt>
                <c:pt idx="255">
                  <c:v>2022</c:v>
                </c:pt>
                <c:pt idx="256">
                  <c:v>2022</c:v>
                </c:pt>
                <c:pt idx="257">
                  <c:v>2022</c:v>
                </c:pt>
                <c:pt idx="258">
                  <c:v>2022</c:v>
                </c:pt>
                <c:pt idx="259">
                  <c:v>2022</c:v>
                </c:pt>
                <c:pt idx="260">
                  <c:v>2022</c:v>
                </c:pt>
                <c:pt idx="261">
                  <c:v>2022</c:v>
                </c:pt>
                <c:pt idx="262">
                  <c:v>2022</c:v>
                </c:pt>
                <c:pt idx="263">
                  <c:v>2022</c:v>
                </c:pt>
                <c:pt idx="264">
                  <c:v>2022</c:v>
                </c:pt>
                <c:pt idx="265">
                  <c:v>2023</c:v>
                </c:pt>
                <c:pt idx="266">
                  <c:v>2023</c:v>
                </c:pt>
                <c:pt idx="267">
                  <c:v>2023</c:v>
                </c:pt>
                <c:pt idx="268">
                  <c:v>2023</c:v>
                </c:pt>
                <c:pt idx="269">
                  <c:v>2023</c:v>
                </c:pt>
                <c:pt idx="270">
                  <c:v>2023</c:v>
                </c:pt>
                <c:pt idx="271">
                  <c:v>2023</c:v>
                </c:pt>
                <c:pt idx="272">
                  <c:v>2023</c:v>
                </c:pt>
                <c:pt idx="273">
                  <c:v>2023</c:v>
                </c:pt>
                <c:pt idx="274">
                  <c:v>2023</c:v>
                </c:pt>
                <c:pt idx="275">
                  <c:v>2023</c:v>
                </c:pt>
                <c:pt idx="276">
                  <c:v>2023</c:v>
                </c:pt>
                <c:pt idx="277">
                  <c:v>2024</c:v>
                </c:pt>
                <c:pt idx="278">
                  <c:v>2024</c:v>
                </c:pt>
                <c:pt idx="279">
                  <c:v>2024</c:v>
                </c:pt>
                <c:pt idx="280">
                  <c:v>2024</c:v>
                </c:pt>
                <c:pt idx="281">
                  <c:v>2024</c:v>
                </c:pt>
                <c:pt idx="282">
                  <c:v>2024</c:v>
                </c:pt>
                <c:pt idx="283">
                  <c:v>2024</c:v>
                </c:pt>
                <c:pt idx="284">
                  <c:v>2024</c:v>
                </c:pt>
                <c:pt idx="285">
                  <c:v>2024</c:v>
                </c:pt>
                <c:pt idx="286">
                  <c:v>2024</c:v>
                </c:pt>
                <c:pt idx="287">
                  <c:v>2024</c:v>
                </c:pt>
                <c:pt idx="288">
                  <c:v>2024</c:v>
                </c:pt>
                <c:pt idx="289">
                  <c:v>2025</c:v>
                </c:pt>
                <c:pt idx="290">
                  <c:v>2025</c:v>
                </c:pt>
                <c:pt idx="291">
                  <c:v>2025</c:v>
                </c:pt>
                <c:pt idx="292">
                  <c:v>2025</c:v>
                </c:pt>
                <c:pt idx="293">
                  <c:v>2025</c:v>
                </c:pt>
                <c:pt idx="294">
                  <c:v>2025</c:v>
                </c:pt>
                <c:pt idx="295">
                  <c:v>2025</c:v>
                </c:pt>
                <c:pt idx="296">
                  <c:v>2025</c:v>
                </c:pt>
                <c:pt idx="297">
                  <c:v>2025</c:v>
                </c:pt>
                <c:pt idx="298">
                  <c:v>2025</c:v>
                </c:pt>
                <c:pt idx="299">
                  <c:v>2025</c:v>
                </c:pt>
                <c:pt idx="300">
                  <c:v>2025</c:v>
                </c:pt>
              </c:numCache>
            </c:numRef>
          </c:cat>
          <c:val>
            <c:numRef>
              <c:f>수익률!$E$2:$E$302</c:f>
              <c:numCache>
                <c:formatCode>General</c:formatCode>
                <c:ptCount val="301"/>
                <c:pt idx="0">
                  <c:v>1</c:v>
                </c:pt>
                <c:pt idx="1">
                  <c:v>1.3671986778731591</c:v>
                </c:pt>
                <c:pt idx="2">
                  <c:v>1.449912458403098</c:v>
                </c:pt>
                <c:pt idx="3">
                  <c:v>1.3185094643245101</c:v>
                </c:pt>
                <c:pt idx="4">
                  <c:v>1.419506938307902</c:v>
                </c:pt>
                <c:pt idx="5">
                  <c:v>1.586301992933256</c:v>
                </c:pt>
                <c:pt idx="6">
                  <c:v>1.5683597035635599</c:v>
                </c:pt>
                <c:pt idx="7">
                  <c:v>1.385922396799679</c:v>
                </c:pt>
                <c:pt idx="8">
                  <c:v>1.303750143228108</c:v>
                </c:pt>
                <c:pt idx="9">
                  <c:v>1.154665214875082</c:v>
                </c:pt>
                <c:pt idx="10">
                  <c:v>1.363671134995261</c:v>
                </c:pt>
                <c:pt idx="11">
                  <c:v>1.4631574910973939</c:v>
                </c:pt>
                <c:pt idx="12">
                  <c:v>1.4892017773717321</c:v>
                </c:pt>
                <c:pt idx="13">
                  <c:v>1.6546799965596399</c:v>
                </c:pt>
                <c:pt idx="14">
                  <c:v>1.7470197562247789</c:v>
                </c:pt>
                <c:pt idx="15">
                  <c:v>2.0775925147348651</c:v>
                </c:pt>
                <c:pt idx="16">
                  <c:v>1.7678054468398621</c:v>
                </c:pt>
                <c:pt idx="17">
                  <c:v>1.626784457111504</c:v>
                </c:pt>
                <c:pt idx="18">
                  <c:v>1.446103364261538</c:v>
                </c:pt>
                <c:pt idx="19">
                  <c:v>1.4493745546917101</c:v>
                </c:pt>
                <c:pt idx="20">
                  <c:v>1.4962251659120811</c:v>
                </c:pt>
                <c:pt idx="21">
                  <c:v>1.250604017894694</c:v>
                </c:pt>
                <c:pt idx="22">
                  <c:v>1.314091969896608</c:v>
                </c:pt>
                <c:pt idx="23">
                  <c:v>1.390431520859795</c:v>
                </c:pt>
                <c:pt idx="24">
                  <c:v>1.222507613026337</c:v>
                </c:pt>
                <c:pt idx="25">
                  <c:v>1.1935011627661321</c:v>
                </c:pt>
                <c:pt idx="26">
                  <c:v>1.1979807350535121</c:v>
                </c:pt>
                <c:pt idx="27">
                  <c:v>1.090981999233118</c:v>
                </c:pt>
                <c:pt idx="28">
                  <c:v>1.254740041868055</c:v>
                </c:pt>
                <c:pt idx="29">
                  <c:v>1.3771052864099831</c:v>
                </c:pt>
                <c:pt idx="30">
                  <c:v>1.427855522325711</c:v>
                </c:pt>
                <c:pt idx="31">
                  <c:v>1.4399501057748529</c:v>
                </c:pt>
                <c:pt idx="32">
                  <c:v>1.4572148884887599</c:v>
                </c:pt>
                <c:pt idx="33">
                  <c:v>1.3422785907693191</c:v>
                </c:pt>
                <c:pt idx="34">
                  <c:v>1.3680871751083259</c:v>
                </c:pt>
                <c:pt idx="35">
                  <c:v>1.357086123849695</c:v>
                </c:pt>
                <c:pt idx="36">
                  <c:v>1.4062020028895641</c:v>
                </c:pt>
                <c:pt idx="37">
                  <c:v>1.371957025448014</c:v>
                </c:pt>
                <c:pt idx="38">
                  <c:v>1.3863617995023221</c:v>
                </c:pt>
                <c:pt idx="39">
                  <c:v>1.4036140113744979</c:v>
                </c:pt>
                <c:pt idx="40">
                  <c:v>1.4477734766457431</c:v>
                </c:pt>
                <c:pt idx="41">
                  <c:v>1.3214307977561379</c:v>
                </c:pt>
                <c:pt idx="42">
                  <c:v>1.273621472854928</c:v>
                </c:pt>
                <c:pt idx="43">
                  <c:v>1.1629978676328001</c:v>
                </c:pt>
                <c:pt idx="44">
                  <c:v>1.2537852307427459</c:v>
                </c:pt>
                <c:pt idx="45">
                  <c:v>1.284310028430947</c:v>
                </c:pt>
                <c:pt idx="46">
                  <c:v>1.2732885431021701</c:v>
                </c:pt>
                <c:pt idx="47">
                  <c:v>1.365724024104374</c:v>
                </c:pt>
                <c:pt idx="48">
                  <c:v>1.4312746145999149</c:v>
                </c:pt>
                <c:pt idx="49">
                  <c:v>1.761985659467759</c:v>
                </c:pt>
                <c:pt idx="50">
                  <c:v>1.9375578131567099</c:v>
                </c:pt>
                <c:pt idx="51">
                  <c:v>1.8162427919338791</c:v>
                </c:pt>
                <c:pt idx="52">
                  <c:v>1.7671132696959719</c:v>
                </c:pt>
                <c:pt idx="53">
                  <c:v>1.961543782584855</c:v>
                </c:pt>
                <c:pt idx="54">
                  <c:v>2.2028096782704729</c:v>
                </c:pt>
                <c:pt idx="55">
                  <c:v>2.4270512112167362</c:v>
                </c:pt>
                <c:pt idx="56">
                  <c:v>2.298924408224186</c:v>
                </c:pt>
                <c:pt idx="57">
                  <c:v>2.6575728827886049</c:v>
                </c:pt>
                <c:pt idx="58">
                  <c:v>2.8174081149781132</c:v>
                </c:pt>
                <c:pt idx="59">
                  <c:v>3.3533968410432178</c:v>
                </c:pt>
                <c:pt idx="60">
                  <c:v>3.3226414576350431</c:v>
                </c:pt>
                <c:pt idx="61">
                  <c:v>3.2702165683622169</c:v>
                </c:pt>
                <c:pt idx="62">
                  <c:v>3.32058711548156</c:v>
                </c:pt>
                <c:pt idx="63">
                  <c:v>3.2859697916571222</c:v>
                </c:pt>
                <c:pt idx="64">
                  <c:v>3.4029197074313151</c:v>
                </c:pt>
                <c:pt idx="65">
                  <c:v>3.1073086474507869</c:v>
                </c:pt>
                <c:pt idx="66">
                  <c:v>2.9267589461765642</c:v>
                </c:pt>
                <c:pt idx="67">
                  <c:v>2.808496347490463</c:v>
                </c:pt>
                <c:pt idx="68">
                  <c:v>3.0092002801293001</c:v>
                </c:pt>
                <c:pt idx="69">
                  <c:v>3.1414101755847912</c:v>
                </c:pt>
                <c:pt idx="70">
                  <c:v>3.1111308784483489</c:v>
                </c:pt>
                <c:pt idx="71">
                  <c:v>3.3370464738623289</c:v>
                </c:pt>
                <c:pt idx="72">
                  <c:v>3.347338715509121</c:v>
                </c:pt>
                <c:pt idx="73">
                  <c:v>3.1704897425391372</c:v>
                </c:pt>
                <c:pt idx="74">
                  <c:v>3.2457202823867481</c:v>
                </c:pt>
                <c:pt idx="75">
                  <c:v>3.565002598631926</c:v>
                </c:pt>
                <c:pt idx="76">
                  <c:v>3.7581774542193229</c:v>
                </c:pt>
                <c:pt idx="77">
                  <c:v>4.193221364219732</c:v>
                </c:pt>
                <c:pt idx="78">
                  <c:v>4.4034129678372151</c:v>
                </c:pt>
                <c:pt idx="79">
                  <c:v>4.7307383201748614</c:v>
                </c:pt>
                <c:pt idx="80">
                  <c:v>4.5341792839227866</c:v>
                </c:pt>
                <c:pt idx="81">
                  <c:v>4.5649895320657849</c:v>
                </c:pt>
                <c:pt idx="82">
                  <c:v>4.3617379640945906</c:v>
                </c:pt>
                <c:pt idx="83">
                  <c:v>4.0386270241688438</c:v>
                </c:pt>
                <c:pt idx="84">
                  <c:v>4.0654387661127656</c:v>
                </c:pt>
                <c:pt idx="85">
                  <c:v>3.657006595084797</c:v>
                </c:pt>
                <c:pt idx="86">
                  <c:v>3.871748547741523</c:v>
                </c:pt>
                <c:pt idx="87">
                  <c:v>3.792562066553415</c:v>
                </c:pt>
                <c:pt idx="88">
                  <c:v>3.9263492256242469</c:v>
                </c:pt>
                <c:pt idx="89">
                  <c:v>4.0048026013040543</c:v>
                </c:pt>
                <c:pt idx="90">
                  <c:v>3.700356318834825</c:v>
                </c:pt>
                <c:pt idx="91">
                  <c:v>3.503619085598793</c:v>
                </c:pt>
                <c:pt idx="92">
                  <c:v>3.1333610781658519</c:v>
                </c:pt>
                <c:pt idx="93">
                  <c:v>2.9195415830274611</c:v>
                </c:pt>
                <c:pt idx="94">
                  <c:v>2.2272815051937682</c:v>
                </c:pt>
                <c:pt idx="95">
                  <c:v>2.3055297464740629</c:v>
                </c:pt>
                <c:pt idx="96">
                  <c:v>2.5435480830514399</c:v>
                </c:pt>
                <c:pt idx="97">
                  <c:v>2.7838227765458878</c:v>
                </c:pt>
                <c:pt idx="98">
                  <c:v>2.7599062383941382</c:v>
                </c:pt>
                <c:pt idx="99">
                  <c:v>3.206688060941719</c:v>
                </c:pt>
                <c:pt idx="100">
                  <c:v>3.8404074705873552</c:v>
                </c:pt>
                <c:pt idx="101">
                  <c:v>4.038123835224896</c:v>
                </c:pt>
                <c:pt idx="102">
                  <c:v>3.929321578294894</c:v>
                </c:pt>
                <c:pt idx="103">
                  <c:v>4.1803593317605969</c:v>
                </c:pt>
                <c:pt idx="104">
                  <c:v>4.2652743070754351</c:v>
                </c:pt>
                <c:pt idx="105">
                  <c:v>4.2310853977565426</c:v>
                </c:pt>
                <c:pt idx="106">
                  <c:v>4.1186725222008214</c:v>
                </c:pt>
                <c:pt idx="107">
                  <c:v>3.9985166143362298</c:v>
                </c:pt>
                <c:pt idx="108">
                  <c:v>4.4613012847702072</c:v>
                </c:pt>
                <c:pt idx="109">
                  <c:v>4.2682315577240626</c:v>
                </c:pt>
                <c:pt idx="110">
                  <c:v>4.4199646977271509</c:v>
                </c:pt>
                <c:pt idx="111">
                  <c:v>4.5796756261081812</c:v>
                </c:pt>
                <c:pt idx="112">
                  <c:v>4.6332409790704503</c:v>
                </c:pt>
                <c:pt idx="113">
                  <c:v>4.3622872760605782</c:v>
                </c:pt>
                <c:pt idx="114">
                  <c:v>4.5211690510423903</c:v>
                </c:pt>
                <c:pt idx="115">
                  <c:v>4.5230049129056171</c:v>
                </c:pt>
                <c:pt idx="116">
                  <c:v>4.3822860125118126</c:v>
                </c:pt>
                <c:pt idx="117">
                  <c:v>4.5853068580093863</c:v>
                </c:pt>
                <c:pt idx="118">
                  <c:v>4.8446132508951694</c:v>
                </c:pt>
                <c:pt idx="119">
                  <c:v>4.6730130449932608</c:v>
                </c:pt>
                <c:pt idx="120">
                  <c:v>4.8493175880594066</c:v>
                </c:pt>
                <c:pt idx="121">
                  <c:v>4.9130322392787287</c:v>
                </c:pt>
                <c:pt idx="122">
                  <c:v>4.7603875363630266</c:v>
                </c:pt>
                <c:pt idx="123">
                  <c:v>5.0715618661293629</c:v>
                </c:pt>
                <c:pt idx="124">
                  <c:v>5.0744371457348807</c:v>
                </c:pt>
                <c:pt idx="125">
                  <c:v>4.8981633441430441</c:v>
                </c:pt>
                <c:pt idx="126">
                  <c:v>4.8532824531279433</c:v>
                </c:pt>
                <c:pt idx="127">
                  <c:v>5.4356350232190547</c:v>
                </c:pt>
                <c:pt idx="128">
                  <c:v>5.2008238111450211</c:v>
                </c:pt>
                <c:pt idx="129">
                  <c:v>4.6753720995745347</c:v>
                </c:pt>
                <c:pt idx="130">
                  <c:v>5.1915266144457206</c:v>
                </c:pt>
                <c:pt idx="131">
                  <c:v>5.2810627511746144</c:v>
                </c:pt>
                <c:pt idx="132">
                  <c:v>5.5662482910878293</c:v>
                </c:pt>
                <c:pt idx="133">
                  <c:v>5.9503286938520112</c:v>
                </c:pt>
                <c:pt idx="134">
                  <c:v>6.3380523770980153</c:v>
                </c:pt>
                <c:pt idx="135">
                  <c:v>6.2818834421668122</c:v>
                </c:pt>
                <c:pt idx="136">
                  <c:v>5.9585067667518112</c:v>
                </c:pt>
                <c:pt idx="137">
                  <c:v>5.8092067987280451</c:v>
                </c:pt>
                <c:pt idx="138">
                  <c:v>6.0993137492718654</c:v>
                </c:pt>
                <c:pt idx="139">
                  <c:v>6.0167618663989577</c:v>
                </c:pt>
                <c:pt idx="140">
                  <c:v>6.6552076702762113</c:v>
                </c:pt>
                <c:pt idx="141">
                  <c:v>7.0115238902454609</c:v>
                </c:pt>
                <c:pt idx="142">
                  <c:v>7.0855700275796982</c:v>
                </c:pt>
                <c:pt idx="143">
                  <c:v>6.9753762734393119</c:v>
                </c:pt>
                <c:pt idx="144">
                  <c:v>7.0182899752935421</c:v>
                </c:pt>
                <c:pt idx="145">
                  <c:v>7.2026482379070744</c:v>
                </c:pt>
                <c:pt idx="146">
                  <c:v>7.6724555509700121</c:v>
                </c:pt>
                <c:pt idx="147">
                  <c:v>8.0186783803768655</c:v>
                </c:pt>
                <c:pt idx="148">
                  <c:v>8.4535254542006477</c:v>
                </c:pt>
                <c:pt idx="149">
                  <c:v>8.6067510235019959</c:v>
                </c:pt>
                <c:pt idx="150">
                  <c:v>7.7060819897522439</c:v>
                </c:pt>
                <c:pt idx="151">
                  <c:v>8.220338366534957</c:v>
                </c:pt>
                <c:pt idx="152">
                  <c:v>7.7092675261504473</c:v>
                </c:pt>
                <c:pt idx="153">
                  <c:v>7.9370334804628264</c:v>
                </c:pt>
                <c:pt idx="154">
                  <c:v>7.9840279516305657</c:v>
                </c:pt>
                <c:pt idx="155">
                  <c:v>7.8642175668168903</c:v>
                </c:pt>
                <c:pt idx="156">
                  <c:v>7.810411124261142</c:v>
                </c:pt>
                <c:pt idx="157">
                  <c:v>7.980482304845637</c:v>
                </c:pt>
                <c:pt idx="158">
                  <c:v>8.3246403363172519</c:v>
                </c:pt>
                <c:pt idx="159">
                  <c:v>8.6656127067095241</c:v>
                </c:pt>
                <c:pt idx="160">
                  <c:v>9.0337034138756387</c:v>
                </c:pt>
                <c:pt idx="161">
                  <c:v>9.0936235393044011</c:v>
                </c:pt>
                <c:pt idx="162">
                  <c:v>9.0133972702481611</c:v>
                </c:pt>
                <c:pt idx="163">
                  <c:v>9.3943111828451062</c:v>
                </c:pt>
                <c:pt idx="164">
                  <c:v>9.9848519712979247</c:v>
                </c:pt>
                <c:pt idx="165">
                  <c:v>10.50400999764596</c:v>
                </c:pt>
                <c:pt idx="166">
                  <c:v>10.409949604657831</c:v>
                </c:pt>
                <c:pt idx="167">
                  <c:v>10.12398276034342</c:v>
                </c:pt>
                <c:pt idx="168">
                  <c:v>10.27566874031265</c:v>
                </c:pt>
                <c:pt idx="169">
                  <c:v>11.260566946020569</c:v>
                </c:pt>
                <c:pt idx="170">
                  <c:v>11.878427934913111</c:v>
                </c:pt>
                <c:pt idx="171">
                  <c:v>12.978463228296359</c:v>
                </c:pt>
                <c:pt idx="172">
                  <c:v>13.98173829181045</c:v>
                </c:pt>
                <c:pt idx="173">
                  <c:v>14.72723922408562</c:v>
                </c:pt>
                <c:pt idx="174">
                  <c:v>15.37161942330331</c:v>
                </c:pt>
                <c:pt idx="175">
                  <c:v>15.433121130526949</c:v>
                </c:pt>
                <c:pt idx="176">
                  <c:v>14.523910398080311</c:v>
                </c:pt>
                <c:pt idx="177">
                  <c:v>14.98521555183282</c:v>
                </c:pt>
                <c:pt idx="178">
                  <c:v>15.01425319284532</c:v>
                </c:pt>
                <c:pt idx="179">
                  <c:v>14.869720111948419</c:v>
                </c:pt>
                <c:pt idx="180">
                  <c:v>14.95186938127587</c:v>
                </c:pt>
                <c:pt idx="181">
                  <c:v>14.871074370350151</c:v>
                </c:pt>
                <c:pt idx="182">
                  <c:v>14.623756392676739</c:v>
                </c:pt>
                <c:pt idx="183">
                  <c:v>15.352717746277641</c:v>
                </c:pt>
                <c:pt idx="184">
                  <c:v>15.749514512579131</c:v>
                </c:pt>
                <c:pt idx="185">
                  <c:v>15.782391723054049</c:v>
                </c:pt>
                <c:pt idx="186">
                  <c:v>15.63136998083437</c:v>
                </c:pt>
                <c:pt idx="187">
                  <c:v>15.9128449779697</c:v>
                </c:pt>
                <c:pt idx="188">
                  <c:v>14.96830646333812</c:v>
                </c:pt>
                <c:pt idx="189">
                  <c:v>15.28700455078712</c:v>
                </c:pt>
                <c:pt idx="190">
                  <c:v>14.111705021500279</c:v>
                </c:pt>
                <c:pt idx="191">
                  <c:v>13.580416894264619</c:v>
                </c:pt>
                <c:pt idx="192">
                  <c:v>14.495020522167691</c:v>
                </c:pt>
                <c:pt idx="193">
                  <c:v>14.38691678127055</c:v>
                </c:pt>
                <c:pt idx="194">
                  <c:v>14.51423008911935</c:v>
                </c:pt>
                <c:pt idx="195">
                  <c:v>14.76923617807817</c:v>
                </c:pt>
                <c:pt idx="196">
                  <c:v>15.138310488419719</c:v>
                </c:pt>
                <c:pt idx="197">
                  <c:v>15.62945220321301</c:v>
                </c:pt>
                <c:pt idx="198">
                  <c:v>15.47379144965212</c:v>
                </c:pt>
                <c:pt idx="199">
                  <c:v>14.867171837000249</c:v>
                </c:pt>
                <c:pt idx="200">
                  <c:v>14.879697568557731</c:v>
                </c:pt>
                <c:pt idx="201">
                  <c:v>14.172436807974529</c:v>
                </c:pt>
                <c:pt idx="202">
                  <c:v>14.7713477938255</c:v>
                </c:pt>
                <c:pt idx="203">
                  <c:v>15.761939835082879</c:v>
                </c:pt>
                <c:pt idx="204">
                  <c:v>16.01569206833129</c:v>
                </c:pt>
                <c:pt idx="205">
                  <c:v>17.56563624220561</c:v>
                </c:pt>
                <c:pt idx="206">
                  <c:v>16.975673884519939</c:v>
                </c:pt>
                <c:pt idx="207">
                  <c:v>17.35425584331669</c:v>
                </c:pt>
                <c:pt idx="208">
                  <c:v>17.791421427169979</c:v>
                </c:pt>
                <c:pt idx="209">
                  <c:v>17.580761361229641</c:v>
                </c:pt>
                <c:pt idx="210">
                  <c:v>16.548841579682769</c:v>
                </c:pt>
                <c:pt idx="211">
                  <c:v>16.021841373604531</c:v>
                </c:pt>
                <c:pt idx="212">
                  <c:v>16.487906313803339</c:v>
                </c:pt>
                <c:pt idx="213">
                  <c:v>16.420828620104398</c:v>
                </c:pt>
                <c:pt idx="214">
                  <c:v>13.04984318759535</c:v>
                </c:pt>
                <c:pt idx="215">
                  <c:v>14.294029025787889</c:v>
                </c:pt>
                <c:pt idx="216">
                  <c:v>13.826999553518901</c:v>
                </c:pt>
                <c:pt idx="217">
                  <c:v>15.12178299315544</c:v>
                </c:pt>
                <c:pt idx="218">
                  <c:v>15.59055683646142</c:v>
                </c:pt>
                <c:pt idx="219">
                  <c:v>16.03617390243565</c:v>
                </c:pt>
                <c:pt idx="220">
                  <c:v>16.88931024555129</c:v>
                </c:pt>
                <c:pt idx="221">
                  <c:v>15.82255046848184</c:v>
                </c:pt>
                <c:pt idx="222">
                  <c:v>16.49104177566759</c:v>
                </c:pt>
                <c:pt idx="223">
                  <c:v>14.9024732400242</c:v>
                </c:pt>
                <c:pt idx="224">
                  <c:v>14.716006098399641</c:v>
                </c:pt>
                <c:pt idx="225">
                  <c:v>15.05223277904885</c:v>
                </c:pt>
                <c:pt idx="226">
                  <c:v>15.42031615826216</c:v>
                </c:pt>
                <c:pt idx="227">
                  <c:v>15.32169139205236</c:v>
                </c:pt>
                <c:pt idx="228">
                  <c:v>16.043788720969399</c:v>
                </c:pt>
                <c:pt idx="229">
                  <c:v>15.70689926990627</c:v>
                </c:pt>
                <c:pt idx="230">
                  <c:v>14.588510888180529</c:v>
                </c:pt>
                <c:pt idx="231">
                  <c:v>13.22816127307919</c:v>
                </c:pt>
                <c:pt idx="232">
                  <c:v>15.935060538194371</c:v>
                </c:pt>
                <c:pt idx="233">
                  <c:v>17.409688976634278</c:v>
                </c:pt>
                <c:pt idx="234">
                  <c:v>17.29801814910007</c:v>
                </c:pt>
                <c:pt idx="235">
                  <c:v>18.849995224491629</c:v>
                </c:pt>
                <c:pt idx="236">
                  <c:v>19.51199745635742</c:v>
                </c:pt>
                <c:pt idx="237">
                  <c:v>19.579130955285549</c:v>
                </c:pt>
                <c:pt idx="238">
                  <c:v>18.657106452326449</c:v>
                </c:pt>
                <c:pt idx="239">
                  <c:v>20.470254586224641</c:v>
                </c:pt>
                <c:pt idx="240">
                  <c:v>21.763961462552469</c:v>
                </c:pt>
                <c:pt idx="241">
                  <c:v>21.704534377042702</c:v>
                </c:pt>
                <c:pt idx="242">
                  <c:v>22.37743203693547</c:v>
                </c:pt>
                <c:pt idx="243">
                  <c:v>23.98453321528255</c:v>
                </c:pt>
                <c:pt idx="244">
                  <c:v>25.416625552594489</c:v>
                </c:pt>
                <c:pt idx="245">
                  <c:v>26.306749029078791</c:v>
                </c:pt>
                <c:pt idx="246">
                  <c:v>28.027634265157321</c:v>
                </c:pt>
                <c:pt idx="247">
                  <c:v>27.652185722206369</c:v>
                </c:pt>
                <c:pt idx="248">
                  <c:v>26.765933869820369</c:v>
                </c:pt>
                <c:pt idx="249">
                  <c:v>25.326895518205099</c:v>
                </c:pt>
                <c:pt idx="250">
                  <c:v>25.554055960663241</c:v>
                </c:pt>
                <c:pt idx="251">
                  <c:v>24.12982965013968</c:v>
                </c:pt>
                <c:pt idx="252">
                  <c:v>26.848813701570261</c:v>
                </c:pt>
                <c:pt idx="253">
                  <c:v>23.839821661217169</c:v>
                </c:pt>
                <c:pt idx="254">
                  <c:v>24.471545007545931</c:v>
                </c:pt>
                <c:pt idx="255">
                  <c:v>26.19454343193572</c:v>
                </c:pt>
                <c:pt idx="256">
                  <c:v>25.481467970647969</c:v>
                </c:pt>
                <c:pt idx="257">
                  <c:v>24.418512784724111</c:v>
                </c:pt>
                <c:pt idx="258">
                  <c:v>20.48181314361031</c:v>
                </c:pt>
                <c:pt idx="259">
                  <c:v>21.913835466659719</c:v>
                </c:pt>
                <c:pt idx="260">
                  <c:v>21.584743859078639</c:v>
                </c:pt>
                <c:pt idx="261">
                  <c:v>18.149700705248499</c:v>
                </c:pt>
                <c:pt idx="262">
                  <c:v>18.68003775491291</c:v>
                </c:pt>
                <c:pt idx="263">
                  <c:v>20.082292081817322</c:v>
                </c:pt>
                <c:pt idx="264">
                  <c:v>19.499838516024809</c:v>
                </c:pt>
                <c:pt idx="265">
                  <c:v>21.5165838338222</c:v>
                </c:pt>
                <c:pt idx="266">
                  <c:v>21.708542760404971</c:v>
                </c:pt>
                <c:pt idx="267">
                  <c:v>21.405054738453732</c:v>
                </c:pt>
                <c:pt idx="268">
                  <c:v>20.91057647070156</c:v>
                </c:pt>
                <c:pt idx="269">
                  <c:v>21.471095305190079</c:v>
                </c:pt>
                <c:pt idx="270">
                  <c:v>21.81433516152606</c:v>
                </c:pt>
                <c:pt idx="271">
                  <c:v>20.942409130855872</c:v>
                </c:pt>
                <c:pt idx="272">
                  <c:v>21.682020638462841</c:v>
                </c:pt>
                <c:pt idx="273">
                  <c:v>20.600278946942801</c:v>
                </c:pt>
                <c:pt idx="274">
                  <c:v>19.061427642960641</c:v>
                </c:pt>
                <c:pt idx="275">
                  <c:v>20.531290764058891</c:v>
                </c:pt>
                <c:pt idx="276">
                  <c:v>21.376071259434902</c:v>
                </c:pt>
                <c:pt idx="277">
                  <c:v>20.823931324239791</c:v>
                </c:pt>
                <c:pt idx="278">
                  <c:v>21.13555355375248</c:v>
                </c:pt>
                <c:pt idx="279">
                  <c:v>21.187758464119401</c:v>
                </c:pt>
                <c:pt idx="280">
                  <c:v>20.861181786264371</c:v>
                </c:pt>
                <c:pt idx="281">
                  <c:v>20.82050731090294</c:v>
                </c:pt>
                <c:pt idx="282">
                  <c:v>20.276318316882691</c:v>
                </c:pt>
                <c:pt idx="283">
                  <c:v>19.697068465165099</c:v>
                </c:pt>
                <c:pt idx="284">
                  <c:v>18.999326407309479</c:v>
                </c:pt>
                <c:pt idx="285">
                  <c:v>18.963309486384141</c:v>
                </c:pt>
                <c:pt idx="286">
                  <c:v>18.472735614059768</c:v>
                </c:pt>
                <c:pt idx="287">
                  <c:v>17.56442161054677</c:v>
                </c:pt>
                <c:pt idx="288">
                  <c:v>17.976875922002559</c:v>
                </c:pt>
                <c:pt idx="289">
                  <c:v>18.403476643159689</c:v>
                </c:pt>
                <c:pt idx="290">
                  <c:v>18.93133007003971</c:v>
                </c:pt>
                <c:pt idx="291">
                  <c:v>17.865716190108621</c:v>
                </c:pt>
                <c:pt idx="292">
                  <c:v>19.71732401089287</c:v>
                </c:pt>
                <c:pt idx="293">
                  <c:v>20.10094296126741</c:v>
                </c:pt>
                <c:pt idx="294">
                  <c:v>21.81964234508397</c:v>
                </c:pt>
                <c:pt idx="295">
                  <c:v>21.743026541761729</c:v>
                </c:pt>
                <c:pt idx="296">
                  <c:v>21.158007651085718</c:v>
                </c:pt>
                <c:pt idx="297">
                  <c:v>21.371476805138041</c:v>
                </c:pt>
                <c:pt idx="298">
                  <c:v>20.993225963616791</c:v>
                </c:pt>
                <c:pt idx="299">
                  <c:v>21.0213152350636</c:v>
                </c:pt>
                <c:pt idx="300">
                  <c:v>20.987497357540299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6F9-4CEE-BDD5-14AD2F31B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479567"/>
        <c:axId val="1133483407"/>
      </c:lineChart>
      <c:catAx>
        <c:axId val="113347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3483407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1133483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3479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945CD4E-96F8-1563-0ED0-BEFB6265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6ff3f28a_19_4:notes">
            <a:extLst>
              <a:ext uri="{FF2B5EF4-FFF2-40B4-BE49-F238E27FC236}">
                <a16:creationId xmlns:a16="http://schemas.microsoft.com/office/drawing/2014/main" id="{3FC22A34-97B0-8A76-8CAC-4A3558FC7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da6ff3f28a_19_4:notes">
            <a:extLst>
              <a:ext uri="{FF2B5EF4-FFF2-40B4-BE49-F238E27FC236}">
                <a16:creationId xmlns:a16="http://schemas.microsoft.com/office/drawing/2014/main" id="{D528B312-D5B1-2D1F-E2CC-A4296471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374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D4C78F0C-1C74-92EA-6C91-AF189041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>
            <a:extLst>
              <a:ext uri="{FF2B5EF4-FFF2-40B4-BE49-F238E27FC236}">
                <a16:creationId xmlns:a16="http://schemas.microsoft.com/office/drawing/2014/main" id="{645E7821-6CA1-ACBA-CFCB-91B8E1B40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1ED85F85-762D-211B-17FC-616568F8A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107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20EEEF68-5426-EC45-83F2-93C1719D9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7AC395FC-501E-576A-D767-0A450513B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>
            <a:extLst>
              <a:ext uri="{FF2B5EF4-FFF2-40B4-BE49-F238E27FC236}">
                <a16:creationId xmlns:a16="http://schemas.microsoft.com/office/drawing/2014/main" id="{49EFEC57-9EC0-AC35-B25B-6C0F1170F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232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E3F9F3F3-A52F-959D-12F1-9660A21F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>
            <a:extLst>
              <a:ext uri="{FF2B5EF4-FFF2-40B4-BE49-F238E27FC236}">
                <a16:creationId xmlns:a16="http://schemas.microsoft.com/office/drawing/2014/main" id="{CFA48C88-EFCB-5A25-7753-2B0BD3218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:notes">
            <a:extLst>
              <a:ext uri="{FF2B5EF4-FFF2-40B4-BE49-F238E27FC236}">
                <a16:creationId xmlns:a16="http://schemas.microsoft.com/office/drawing/2014/main" id="{485C0CD9-C17F-A26E-955F-0684D5BDE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558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BDDF8279-0935-3033-1C71-D9B8A4B1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7951EBEB-EAA4-354B-6A2E-76B26482A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>
            <a:extLst>
              <a:ext uri="{FF2B5EF4-FFF2-40B4-BE49-F238E27FC236}">
                <a16:creationId xmlns:a16="http://schemas.microsoft.com/office/drawing/2014/main" id="{B4F849B4-8013-F4C5-5907-3D28CEF22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37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A78A1C61-ABF3-6F19-A828-40A1EE8CF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>
            <a:extLst>
              <a:ext uri="{FF2B5EF4-FFF2-40B4-BE49-F238E27FC236}">
                <a16:creationId xmlns:a16="http://schemas.microsoft.com/office/drawing/2014/main" id="{21437B6B-504C-41F4-99BB-75AE4ED96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:notes">
            <a:extLst>
              <a:ext uri="{FF2B5EF4-FFF2-40B4-BE49-F238E27FC236}">
                <a16:creationId xmlns:a16="http://schemas.microsoft.com/office/drawing/2014/main" id="{982C06F6-DE50-A2BC-7775-B7009C633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99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17FD2103-B59E-D432-067B-32D239DD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>
            <a:extLst>
              <a:ext uri="{FF2B5EF4-FFF2-40B4-BE49-F238E27FC236}">
                <a16:creationId xmlns:a16="http://schemas.microsoft.com/office/drawing/2014/main" id="{B84B1CA4-15CA-9147-4253-0A53F531D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>
            <a:extLst>
              <a:ext uri="{FF2B5EF4-FFF2-40B4-BE49-F238E27FC236}">
                <a16:creationId xmlns:a16="http://schemas.microsoft.com/office/drawing/2014/main" id="{8A2B48D6-4376-3A9E-DBD9-BAD7027B8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253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0DFB12A2-C3EC-4A6D-5A30-1CAEC3DB4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31D57CC3-4CB8-E895-A3CF-D72AD33D15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9D854F23-1EEC-BAFD-5653-B1D37F122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0772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3D6D2DF0-0929-F0AF-D917-96BBE787E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7FF4FDAC-5B56-B0A6-8657-6208196FAF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F7FE03BC-E279-886B-910A-5269595CE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839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36C7D52-07EB-606C-0D1F-02B87834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>
            <a:extLst>
              <a:ext uri="{FF2B5EF4-FFF2-40B4-BE49-F238E27FC236}">
                <a16:creationId xmlns:a16="http://schemas.microsoft.com/office/drawing/2014/main" id="{626266B1-59FA-18D6-2FD5-4798E384B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4:notes">
            <a:extLst>
              <a:ext uri="{FF2B5EF4-FFF2-40B4-BE49-F238E27FC236}">
                <a16:creationId xmlns:a16="http://schemas.microsoft.com/office/drawing/2014/main" id="{D18FCB9D-06E5-90B5-3AD0-2DAAC307B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72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-1528762" y="-19049"/>
            <a:ext cx="1214437" cy="1676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-1400175" y="98425"/>
            <a:ext cx="447676" cy="415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-876301" y="98425"/>
            <a:ext cx="447676" cy="415925"/>
          </a:xfrm>
          <a:prstGeom prst="rect">
            <a:avLst/>
          </a:prstGeom>
          <a:solidFill>
            <a:srgbClr val="D66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7"/>
          <p:cNvSpPr/>
          <p:nvPr/>
        </p:nvSpPr>
        <p:spPr>
          <a:xfrm>
            <a:off x="-1400175" y="612775"/>
            <a:ext cx="447676" cy="415925"/>
          </a:xfrm>
          <a:prstGeom prst="rect">
            <a:avLst/>
          </a:prstGeom>
          <a:solidFill>
            <a:srgbClr val="E499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/>
          <p:nvPr/>
        </p:nvSpPr>
        <p:spPr>
          <a:xfrm>
            <a:off x="-876301" y="612775"/>
            <a:ext cx="447676" cy="41592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7"/>
          <p:cNvSpPr/>
          <p:nvPr/>
        </p:nvSpPr>
        <p:spPr>
          <a:xfrm>
            <a:off x="-1400175" y="1122363"/>
            <a:ext cx="447676" cy="41592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7"/>
          <p:cNvSpPr/>
          <p:nvPr/>
        </p:nvSpPr>
        <p:spPr>
          <a:xfrm>
            <a:off x="-876301" y="1122363"/>
            <a:ext cx="447676" cy="4159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Google Shape;147;g3da6ff3f28a_19_4">
            <a:extLst>
              <a:ext uri="{FF2B5EF4-FFF2-40B4-BE49-F238E27FC236}">
                <a16:creationId xmlns:a16="http://schemas.microsoft.com/office/drawing/2014/main" id="{DC489EB5-8205-4A04-9333-5641D207A15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74578" y="6176963"/>
            <a:ext cx="1515291" cy="49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 dirty="0"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8" name="Google Shape;58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0" name="Google Shape;6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Google Shape;82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83" name="Google Shape;8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9" name="Google Shape;8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4" name="Google Shape;94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5" name="Google Shape;9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oto Sans KR"/>
              <a:buNone/>
              <a:defRPr sz="44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Char char="•"/>
              <a:defRPr sz="2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Char char="•"/>
              <a:defRPr sz="24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Char char="•"/>
              <a:defRPr sz="20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Char char="•"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Char char="•"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Char char="•"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Char char="•"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Char char="•"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Char char="•"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 dirty="0"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200" i="0" u="none" strike="noStrike" cap="none">
                <a:solidFill>
                  <a:srgbClr val="75757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 lang="ko-KR" altLang="en-US" dirty="0"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200" i="0" u="none" strike="noStrike" cap="none">
                <a:solidFill>
                  <a:srgbClr val="75757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  <a:def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 lang="ko-KR" altLang="en-US" dirty="0"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Google Shape;15;p16"/>
          <p:cNvSpPr/>
          <p:nvPr/>
        </p:nvSpPr>
        <p:spPr>
          <a:xfrm>
            <a:off x="-1528762" y="-19049"/>
            <a:ext cx="1214437" cy="1676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6"/>
          <p:cNvSpPr/>
          <p:nvPr/>
        </p:nvSpPr>
        <p:spPr>
          <a:xfrm>
            <a:off x="-1400175" y="98425"/>
            <a:ext cx="447676" cy="415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6"/>
          <p:cNvSpPr/>
          <p:nvPr/>
        </p:nvSpPr>
        <p:spPr>
          <a:xfrm>
            <a:off x="-876301" y="98425"/>
            <a:ext cx="447676" cy="415925"/>
          </a:xfrm>
          <a:prstGeom prst="rect">
            <a:avLst/>
          </a:prstGeom>
          <a:solidFill>
            <a:srgbClr val="D66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"/>
          <p:cNvSpPr/>
          <p:nvPr/>
        </p:nvSpPr>
        <p:spPr>
          <a:xfrm>
            <a:off x="-1400175" y="612775"/>
            <a:ext cx="447676" cy="415925"/>
          </a:xfrm>
          <a:prstGeom prst="rect">
            <a:avLst/>
          </a:prstGeom>
          <a:solidFill>
            <a:srgbClr val="E499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/>
          <p:nvPr/>
        </p:nvSpPr>
        <p:spPr>
          <a:xfrm>
            <a:off x="-876301" y="612775"/>
            <a:ext cx="447676" cy="41592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-1400175" y="1122363"/>
            <a:ext cx="447676" cy="41592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/>
          <p:nvPr/>
        </p:nvSpPr>
        <p:spPr>
          <a:xfrm>
            <a:off x="-876301" y="1122363"/>
            <a:ext cx="447676" cy="4159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9489057" y="0"/>
            <a:ext cx="2702943" cy="6858000"/>
          </a:xfrm>
          <a:prstGeom prst="rect">
            <a:avLst/>
          </a:prstGeom>
          <a:solidFill>
            <a:srgbClr val="E499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9563819" y="0"/>
            <a:ext cx="262818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71840" y="878901"/>
            <a:ext cx="5313900" cy="75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2026</a:t>
            </a:r>
            <a:r>
              <a:rPr lang="ko-KR" altLang="en-US" sz="3600" b="1" i="0" u="none" strike="noStrike" cap="none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년 봄학기 </a:t>
            </a:r>
            <a:r>
              <a:rPr lang="en-US" sz="3600" b="1" i="0" u="none" strike="noStrike" cap="none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4</a:t>
            </a:r>
            <a:r>
              <a:rPr lang="ko-KR" altLang="en-US" sz="3600" b="1" i="0" u="none" strike="noStrike" cap="none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팀 제안서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671841" y="878901"/>
            <a:ext cx="80400" cy="75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11675" y="1945325"/>
            <a:ext cx="9806100" cy="124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GP – IVOL Portfolio</a:t>
            </a:r>
            <a:endParaRPr sz="3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: A Quality-Mispricing Strategy in the Korean Stock Market</a:t>
            </a:r>
            <a:endParaRPr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11556" y="5454040"/>
            <a:ext cx="3561600" cy="877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2026.04.01</a:t>
            </a:r>
            <a:endParaRPr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tx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황승언</a:t>
            </a:r>
            <a:r>
              <a:rPr lang="en-US" sz="18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chemeClr val="tx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이원기</a:t>
            </a:r>
            <a:r>
              <a:rPr lang="en-US" sz="18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chemeClr val="tx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서정인</a:t>
            </a:r>
            <a:r>
              <a:rPr lang="en-US" sz="18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chemeClr val="tx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김나연</a:t>
            </a:r>
            <a:endParaRPr sz="1800" b="1" i="0" u="none" strike="noStrike" cap="none" dirty="0">
              <a:solidFill>
                <a:schemeClr val="tx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04" name="Google Shape;104;p1"/>
          <p:cNvSpPr txBox="1"/>
          <p:nvPr/>
        </p:nvSpPr>
        <p:spPr>
          <a:xfrm rot="-5400000">
            <a:off x="7649506" y="2459522"/>
            <a:ext cx="8007528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 dirty="0">
                <a:solidFill>
                  <a:schemeClr val="bg1">
                    <a:alpha val="38000"/>
                  </a:schemeClr>
                </a:solidFill>
                <a:latin typeface="+mn-ea"/>
                <a:ea typeface="+mn-ea"/>
                <a:cs typeface="Arial"/>
                <a:sym typeface="Arial"/>
              </a:rPr>
              <a:t>QUANTIFI</a:t>
            </a:r>
            <a:endParaRPr sz="12000" b="1" i="0" u="none" strike="noStrike" cap="none" dirty="0">
              <a:solidFill>
                <a:schemeClr val="bg1">
                  <a:alpha val="38000"/>
                </a:schemeClr>
              </a:solidFill>
              <a:latin typeface="+mn-ea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334963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512895" y="312900"/>
            <a:ext cx="2853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Contents</a:t>
            </a:r>
            <a:endParaRPr sz="3200" b="1" dirty="0">
              <a:solidFill>
                <a:schemeClr val="accent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9489057" y="0"/>
            <a:ext cx="2702943" cy="6858000"/>
          </a:xfrm>
          <a:prstGeom prst="rect">
            <a:avLst/>
          </a:prstGeom>
          <a:solidFill>
            <a:srgbClr val="E499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9563819" y="0"/>
            <a:ext cx="262818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 rot="-5400000">
            <a:off x="7649424" y="2459512"/>
            <a:ext cx="8007600" cy="19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chemeClr val="lt1">
                    <a:alpha val="38000"/>
                  </a:schemeClr>
                </a:solidFill>
                <a:latin typeface="+mn-ea"/>
                <a:ea typeface="+mn-ea"/>
                <a:cs typeface="Arial"/>
                <a:sym typeface="Arial"/>
              </a:rPr>
              <a:t>QUANTIFI</a:t>
            </a:r>
            <a:endParaRPr sz="12000" b="1" dirty="0">
              <a:solidFill>
                <a:schemeClr val="lt1">
                  <a:alpha val="38000"/>
                </a:schemeClr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406667" y="1604582"/>
            <a:ext cx="3169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49000" rIns="98000" bIns="49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4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Strategy Overview</a:t>
            </a:r>
            <a:endParaRPr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406667" y="2656477"/>
            <a:ext cx="42363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49000" rIns="98000" bIns="49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4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Portfolio Construction</a:t>
            </a:r>
            <a:endParaRPr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406667" y="4760267"/>
            <a:ext cx="24780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49000" rIns="98000" bIns="49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4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Conclusion</a:t>
            </a:r>
            <a:endParaRPr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grpSp>
        <p:nvGrpSpPr>
          <p:cNvPr id="122" name="Google Shape;122;p2"/>
          <p:cNvGrpSpPr/>
          <p:nvPr/>
        </p:nvGrpSpPr>
        <p:grpSpPr>
          <a:xfrm>
            <a:off x="852637" y="1604580"/>
            <a:ext cx="701459" cy="3584604"/>
            <a:chOff x="6095998" y="1795217"/>
            <a:chExt cx="654346" cy="3343847"/>
          </a:xfrm>
        </p:grpSpPr>
        <p:sp>
          <p:nvSpPr>
            <p:cNvPr id="123" name="Google Shape;123;p2"/>
            <p:cNvSpPr txBox="1"/>
            <p:nvPr/>
          </p:nvSpPr>
          <p:spPr>
            <a:xfrm>
              <a:off x="6096000" y="1795217"/>
              <a:ext cx="577849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000" tIns="49000" rIns="98000" bIns="490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44" b="1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01. </a:t>
              </a:r>
              <a:endParaRPr sz="1500"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6095999" y="2776463"/>
              <a:ext cx="5778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000" tIns="49000" rIns="98000" bIns="490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44" b="1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02. </a:t>
              </a:r>
              <a:endParaRPr sz="1500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6096000" y="3757709"/>
              <a:ext cx="5778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000" tIns="49000" rIns="98000" bIns="490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44" b="1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03. </a:t>
              </a:r>
              <a:endParaRPr sz="1500"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6095998" y="4738954"/>
              <a:ext cx="65434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000" tIns="49000" rIns="98000" bIns="490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44" b="1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04. </a:t>
              </a:r>
              <a:endParaRPr sz="1500"/>
            </a:p>
          </p:txBody>
        </p:sp>
      </p:grpSp>
      <p:cxnSp>
        <p:nvCxnSpPr>
          <p:cNvPr id="127" name="Google Shape;127;p2"/>
          <p:cNvCxnSpPr/>
          <p:nvPr/>
        </p:nvCxnSpPr>
        <p:spPr>
          <a:xfrm>
            <a:off x="852627" y="2033500"/>
            <a:ext cx="4638300" cy="0"/>
          </a:xfrm>
          <a:prstGeom prst="straightConnector1">
            <a:avLst/>
          </a:prstGeom>
          <a:noFill/>
          <a:ln w="17025" cap="flat" cmpd="sng">
            <a:solidFill>
              <a:srgbClr val="7F7F7F">
                <a:alpha val="70196"/>
              </a:srgbClr>
            </a:solidFill>
            <a:prstDash val="dot"/>
            <a:miter lim="800000"/>
            <a:headEnd type="diamond" w="sm" len="sm"/>
            <a:tailEnd type="none" w="sm" len="sm"/>
          </a:ln>
        </p:spPr>
      </p:cxnSp>
      <p:sp>
        <p:nvSpPr>
          <p:cNvPr id="128" name="Google Shape;128;p2"/>
          <p:cNvSpPr txBox="1"/>
          <p:nvPr/>
        </p:nvSpPr>
        <p:spPr>
          <a:xfrm>
            <a:off x="1406667" y="3708372"/>
            <a:ext cx="55059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49000" rIns="98000" bIns="49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4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Performance Analysis</a:t>
            </a:r>
            <a:endParaRPr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cxnSp>
        <p:nvCxnSpPr>
          <p:cNvPr id="129" name="Google Shape;129;p2"/>
          <p:cNvCxnSpPr>
            <a:cxnSpLocks/>
          </p:cNvCxnSpPr>
          <p:nvPr/>
        </p:nvCxnSpPr>
        <p:spPr>
          <a:xfrm>
            <a:off x="852627" y="3085396"/>
            <a:ext cx="4638300" cy="0"/>
          </a:xfrm>
          <a:prstGeom prst="straightConnector1">
            <a:avLst/>
          </a:prstGeom>
          <a:noFill/>
          <a:ln w="17025" cap="flat" cmpd="sng">
            <a:solidFill>
              <a:srgbClr val="7F7F7F">
                <a:alpha val="70196"/>
              </a:srgbClr>
            </a:solidFill>
            <a:prstDash val="dot"/>
            <a:miter lim="800000"/>
            <a:headEnd type="diamond" w="sm" len="sm"/>
            <a:tailEnd type="none" w="sm" len="sm"/>
          </a:ln>
        </p:spPr>
      </p:cxnSp>
      <p:cxnSp>
        <p:nvCxnSpPr>
          <p:cNvPr id="130" name="Google Shape;130;p2"/>
          <p:cNvCxnSpPr/>
          <p:nvPr/>
        </p:nvCxnSpPr>
        <p:spPr>
          <a:xfrm>
            <a:off x="852626" y="4137290"/>
            <a:ext cx="4638300" cy="0"/>
          </a:xfrm>
          <a:prstGeom prst="straightConnector1">
            <a:avLst/>
          </a:prstGeom>
          <a:noFill/>
          <a:ln w="17025" cap="flat" cmpd="sng">
            <a:solidFill>
              <a:srgbClr val="7F7F7F">
                <a:alpha val="70196"/>
              </a:srgbClr>
            </a:solidFill>
            <a:prstDash val="dot"/>
            <a:miter lim="800000"/>
            <a:headEnd type="diamond" w="sm" len="sm"/>
            <a:tailEnd type="none" w="sm" len="sm"/>
          </a:ln>
        </p:spPr>
      </p:cxnSp>
      <p:cxnSp>
        <p:nvCxnSpPr>
          <p:cNvPr id="131" name="Google Shape;131;p2"/>
          <p:cNvCxnSpPr/>
          <p:nvPr/>
        </p:nvCxnSpPr>
        <p:spPr>
          <a:xfrm>
            <a:off x="852626" y="5189189"/>
            <a:ext cx="4638300" cy="0"/>
          </a:xfrm>
          <a:prstGeom prst="straightConnector1">
            <a:avLst/>
          </a:prstGeom>
          <a:noFill/>
          <a:ln w="17025" cap="flat" cmpd="sng">
            <a:solidFill>
              <a:srgbClr val="7F7F7F">
                <a:alpha val="70196"/>
              </a:srgbClr>
            </a:solidFill>
            <a:prstDash val="dot"/>
            <a:miter lim="800000"/>
            <a:headEnd type="diamond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0D6C2BD-4984-BEE3-3B9F-279FA398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77214B2-0EB8-760B-E017-D8017D736198}"/>
              </a:ext>
            </a:extLst>
          </p:cNvPr>
          <p:cNvSpPr/>
          <p:nvPr/>
        </p:nvSpPr>
        <p:spPr>
          <a:xfrm>
            <a:off x="512899" y="5574723"/>
            <a:ext cx="11186670" cy="602557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Google Shape;137;g3da6ff3f28a_19_4">
            <a:extLst>
              <a:ext uri="{FF2B5EF4-FFF2-40B4-BE49-F238E27FC236}">
                <a16:creationId xmlns:a16="http://schemas.microsoft.com/office/drawing/2014/main" id="{2B653C3C-F2A5-02E7-E91A-22D821FB87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sp>
        <p:nvSpPr>
          <p:cNvPr id="138" name="Google Shape;138;g3da6ff3f28a_19_4">
            <a:extLst>
              <a:ext uri="{FF2B5EF4-FFF2-40B4-BE49-F238E27FC236}">
                <a16:creationId xmlns:a16="http://schemas.microsoft.com/office/drawing/2014/main" id="{6333B335-AF51-6670-CF6A-506A05AE51F5}"/>
              </a:ext>
            </a:extLst>
          </p:cNvPr>
          <p:cNvSpPr txBox="1"/>
          <p:nvPr/>
        </p:nvSpPr>
        <p:spPr>
          <a:xfrm>
            <a:off x="334963" y="0"/>
            <a:ext cx="248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01. Strategy Overview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39" name="Google Shape;139;g3da6ff3f28a_19_4">
            <a:extLst>
              <a:ext uri="{FF2B5EF4-FFF2-40B4-BE49-F238E27FC236}">
                <a16:creationId xmlns:a16="http://schemas.microsoft.com/office/drawing/2014/main" id="{9415A752-6C0E-5D79-2134-6BDA86EEA298}"/>
              </a:ext>
            </a:extLst>
          </p:cNvPr>
          <p:cNvSpPr txBox="1"/>
          <p:nvPr/>
        </p:nvSpPr>
        <p:spPr>
          <a:xfrm>
            <a:off x="512898" y="310575"/>
            <a:ext cx="4356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GP &amp; IVOL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40" name="Google Shape;140;g3da6ff3f28a_19_4">
            <a:extLst>
              <a:ext uri="{FF2B5EF4-FFF2-40B4-BE49-F238E27FC236}">
                <a16:creationId xmlns:a16="http://schemas.microsoft.com/office/drawing/2014/main" id="{63974999-187D-676D-1CDD-7A63F06DDDEF}"/>
              </a:ext>
            </a:extLst>
          </p:cNvPr>
          <p:cNvSpPr/>
          <p:nvPr/>
        </p:nvSpPr>
        <p:spPr>
          <a:xfrm>
            <a:off x="360000" y="317813"/>
            <a:ext cx="103200" cy="57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EAE6C-70EC-0C75-3C69-9F67207057FC}"/>
              </a:ext>
            </a:extLst>
          </p:cNvPr>
          <p:cNvSpPr txBox="1"/>
          <p:nvPr/>
        </p:nvSpPr>
        <p:spPr>
          <a:xfrm>
            <a:off x="386556" y="1341687"/>
            <a:ext cx="5742039" cy="2286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b="1" i="1" dirty="0">
                <a:solidFill>
                  <a:srgbClr val="7F7F7F"/>
                </a:solidFill>
                <a:latin typeface="+mn-lt"/>
              </a:rPr>
              <a:t>“Gross profitability predicts returns as strongly as book-to-market” </a:t>
            </a:r>
            <a:r>
              <a:rPr lang="en-US" altLang="ko-KR" sz="1000" dirty="0">
                <a:solidFill>
                  <a:srgbClr val="7F7F7F"/>
                </a:solidFill>
                <a:latin typeface="+mn-lt"/>
              </a:rPr>
              <a:t>(Novy-Marx, 2013)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A7B21E-AAF7-413C-1874-B6A763405133}"/>
              </a:ext>
            </a:extLst>
          </p:cNvPr>
          <p:cNvSpPr txBox="1"/>
          <p:nvPr/>
        </p:nvSpPr>
        <p:spPr>
          <a:xfrm>
            <a:off x="6333444" y="1332901"/>
            <a:ext cx="4633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rgbClr val="7F7F7F"/>
                </a:solidFill>
                <a:latin typeface="+mn-lt"/>
              </a:rPr>
              <a:t>“High idiosyncratic volatility predicts low future returns” </a:t>
            </a:r>
            <a:r>
              <a:rPr lang="en-US" altLang="ko-KR" sz="1000" dirty="0">
                <a:solidFill>
                  <a:srgbClr val="7F7F7F"/>
                </a:solidFill>
                <a:latin typeface="+mn-lt"/>
              </a:rPr>
              <a:t>(Ang et al., 2006)</a:t>
            </a:r>
            <a:endParaRPr lang="ko-KR" altLang="en-US" sz="1000" dirty="0">
              <a:solidFill>
                <a:srgbClr val="7F7F7F"/>
              </a:solidFill>
              <a:latin typeface="+mn-lt"/>
            </a:endParaRPr>
          </a:p>
        </p:txBody>
      </p:sp>
      <p:grpSp>
        <p:nvGrpSpPr>
          <p:cNvPr id="3" name="Google Shape;300;p13">
            <a:extLst>
              <a:ext uri="{FF2B5EF4-FFF2-40B4-BE49-F238E27FC236}">
                <a16:creationId xmlns:a16="http://schemas.microsoft.com/office/drawing/2014/main" id="{FAE69B8F-EF87-995C-8B4E-DA147F97F077}"/>
              </a:ext>
            </a:extLst>
          </p:cNvPr>
          <p:cNvGrpSpPr/>
          <p:nvPr/>
        </p:nvGrpSpPr>
        <p:grpSpPr>
          <a:xfrm>
            <a:off x="360000" y="966112"/>
            <a:ext cx="5472000" cy="311948"/>
            <a:chOff x="360000" y="1171990"/>
            <a:chExt cx="5472000" cy="311948"/>
          </a:xfrm>
        </p:grpSpPr>
        <p:sp>
          <p:nvSpPr>
            <p:cNvPr id="11" name="Google Shape;301;p13">
              <a:extLst>
                <a:ext uri="{FF2B5EF4-FFF2-40B4-BE49-F238E27FC236}">
                  <a16:creationId xmlns:a16="http://schemas.microsoft.com/office/drawing/2014/main" id="{59DEF2EB-5335-6889-DD49-88694A0BA116}"/>
                </a:ext>
              </a:extLst>
            </p:cNvPr>
            <p:cNvSpPr/>
            <p:nvPr/>
          </p:nvSpPr>
          <p:spPr>
            <a:xfrm>
              <a:off x="36000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Gross Profitability(GP) – </a:t>
              </a:r>
              <a:r>
                <a:rPr lang="ko-KR" alt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매출총이익 기반 수익성 지표</a:t>
              </a:r>
              <a:endParaRPr lang="en-US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2" name="Google Shape;302;p13">
              <a:extLst>
                <a:ext uri="{FF2B5EF4-FFF2-40B4-BE49-F238E27FC236}">
                  <a16:creationId xmlns:a16="http://schemas.microsoft.com/office/drawing/2014/main" id="{5332D891-58D2-ADBF-BD49-9DDB22240F49}"/>
                </a:ext>
              </a:extLst>
            </p:cNvPr>
            <p:cNvCxnSpPr/>
            <p:nvPr/>
          </p:nvCxnSpPr>
          <p:spPr>
            <a:xfrm>
              <a:off x="360000" y="1483938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" name="Google Shape;303;p13">
            <a:extLst>
              <a:ext uri="{FF2B5EF4-FFF2-40B4-BE49-F238E27FC236}">
                <a16:creationId xmlns:a16="http://schemas.microsoft.com/office/drawing/2014/main" id="{09D05A57-2EAD-0D9F-DDF8-7ACD078761F5}"/>
              </a:ext>
            </a:extLst>
          </p:cNvPr>
          <p:cNvGrpSpPr/>
          <p:nvPr/>
        </p:nvGrpSpPr>
        <p:grpSpPr>
          <a:xfrm>
            <a:off x="6361200" y="966112"/>
            <a:ext cx="5472000" cy="311948"/>
            <a:chOff x="360000" y="1171989"/>
            <a:chExt cx="3565389" cy="311949"/>
          </a:xfrm>
        </p:grpSpPr>
        <p:sp>
          <p:nvSpPr>
            <p:cNvPr id="14" name="Google Shape;304;p13">
              <a:extLst>
                <a:ext uri="{FF2B5EF4-FFF2-40B4-BE49-F238E27FC236}">
                  <a16:creationId xmlns:a16="http://schemas.microsoft.com/office/drawing/2014/main" id="{B3A69203-D5B5-566C-417B-22C91DBC50B4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Idiosyncratic Risk (I</a:t>
              </a:r>
              <a:r>
                <a:rPr lang="en-US" altLang="ko-KR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VOL</a:t>
              </a:r>
              <a:r>
                <a:rPr 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) – </a:t>
              </a:r>
              <a:r>
                <a:rPr lang="ko-KR" alt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고유변동성과 위험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5" name="Google Shape;305;p13">
              <a:extLst>
                <a:ext uri="{FF2B5EF4-FFF2-40B4-BE49-F238E27FC236}">
                  <a16:creationId xmlns:a16="http://schemas.microsoft.com/office/drawing/2014/main" id="{27FA8D67-E579-7466-10D6-D98FBF64AB08}"/>
                </a:ext>
              </a:extLst>
            </p:cNvPr>
            <p:cNvCxnSpPr/>
            <p:nvPr/>
          </p:nvCxnSpPr>
          <p:spPr>
            <a:xfrm>
              <a:off x="360000" y="1483938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04657D06-4DFA-B269-A204-5729497F1B08}"/>
                  </a:ext>
                </a:extLst>
              </p:cNvPr>
              <p:cNvSpPr/>
              <p:nvPr/>
            </p:nvSpPr>
            <p:spPr>
              <a:xfrm>
                <a:off x="490897" y="1613495"/>
                <a:ext cx="5283000" cy="862017"/>
              </a:xfrm>
              <a:prstGeom prst="roundRect">
                <a:avLst>
                  <a:gd name="adj" fmla="val 0"/>
                </a:avLst>
              </a:prstGeom>
              <a:solidFill>
                <a:srgbClr val="F2F2F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14300" lvl="0" algn="ctr">
                  <a:buClr>
                    <a:schemeClr val="dk1"/>
                  </a:buClr>
                  <a:buSzPts val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𝐺𝑟𝑜𝑠𝑠</m:t>
                      </m:r>
                      <m:r>
                        <a:rPr lang="en-US" altLang="ko-KR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𝑃𝑟𝑜𝑓𝑖𝑡</m:t>
                      </m:r>
                      <m:r>
                        <m:rPr>
                          <m:nor/>
                        </m:rPr>
                        <a:rPr lang="en-US" altLang="ko-KR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i="1" dirty="0">
                          <a:solidFill>
                            <a:schemeClr val="dk1"/>
                          </a:solidFill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b="0" i="1" dirty="0" smtClean="0">
                          <a:solidFill>
                            <a:schemeClr val="dk1"/>
                          </a:solidFill>
                        </a:rPr>
                        <m:t> </m:t>
                      </m:r>
                      <m:r>
                        <a:rPr lang="en-US" altLang="ko-KR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𝑅𝐸𝑉𝑇</m:t>
                      </m:r>
                      <m:r>
                        <a:rPr lang="en-US" altLang="ko-KR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−</m:t>
                      </m:r>
                      <m:r>
                        <a:rPr lang="en-US" altLang="ko-KR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𝐶𝑂𝐺𝑆</m:t>
                      </m:r>
                      <m:r>
                        <a:rPr lang="en-US" altLang="ko-KR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m:t> </m:t>
                      </m:r>
                    </m:oMath>
                  </m:oMathPara>
                </a14:m>
                <a:endParaRPr lang="en-US" altLang="ko-KR" i="1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  <a:p>
                <a:pPr marL="114300" lvl="0" algn="ctr">
                  <a:buClr>
                    <a:schemeClr val="dk1"/>
                  </a:buClr>
                  <a:buSzPts val="1800"/>
                </a:pPr>
                <a:endParaRPr lang="en-US" altLang="ko-KR" sz="700" i="1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  <a:p>
                <a:pPr marL="114300" lvl="0" algn="ctr">
                  <a:buClr>
                    <a:schemeClr val="dk1"/>
                  </a:buClr>
                  <a:buSzPts val="1800"/>
                </a:pP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rgbClr val="982A2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𝑮𝑷</m:t>
                    </m:r>
                  </m:oMath>
                </a14:m>
                <a:r>
                  <a:rPr lang="en-US" altLang="ko-KR" i="1" dirty="0">
                    <a:solidFill>
                      <a:schemeClr val="dk1"/>
                    </a:solidFill>
                  </a:rPr>
                  <a:t> </a:t>
                </a:r>
                <a:r>
                  <a:rPr lang="en-US" altLang="ko-KR" sz="1600" i="1" dirty="0">
                    <a:solidFill>
                      <a:schemeClr val="dk1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𝐺𝑟𝑜𝑠𝑠</m:t>
                        </m:r>
                        <m:r>
                          <a:rPr lang="en-US" altLang="ko-KR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𝑃𝑟𝑜𝑓𝑖𝑡</m:t>
                        </m:r>
                      </m:num>
                      <m:den>
                        <m:r>
                          <a:rPr lang="en-US" altLang="ko-KR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altLang="ko-KR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𝐴𝑠𝑠𝑒𝑡𝑠</m:t>
                        </m:r>
                      </m:den>
                    </m:f>
                  </m:oMath>
                </a14:m>
                <a:endParaRPr lang="ar-AE" altLang="ko-KR" sz="1600" i="1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04657D06-4DFA-B269-A204-5729497F1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97" y="1613495"/>
                <a:ext cx="5283000" cy="862017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FF227E80-A4F3-B3C6-4046-3C72489BDE42}"/>
                  </a:ext>
                </a:extLst>
              </p:cNvPr>
              <p:cNvSpPr/>
              <p:nvPr/>
            </p:nvSpPr>
            <p:spPr>
              <a:xfrm>
                <a:off x="6416571" y="1613495"/>
                <a:ext cx="5283000" cy="856231"/>
              </a:xfrm>
              <a:prstGeom prst="roundRect">
                <a:avLst>
                  <a:gd name="adj" fmla="val 0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ko-KR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𝑀𝐾𝑇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𝑀𝐾𝑇</m:t>
                              </m:r>
                            </m:e>
                            <m:sub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𝑆𝑀𝐵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𝑆𝑀𝐵</m:t>
                              </m:r>
                            </m:e>
                            <m:sub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𝐻𝑀𝐿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𝐻𝑀𝐿</m:t>
                              </m:r>
                            </m:e>
                            <m:sub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𝑀𝑂𝑀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𝑀𝑂𝑀</m:t>
                              </m:r>
                            </m:e>
                            <m:sub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altLang="ko-KR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altLang="ko-KR" sz="1200" b="1" dirty="0"/>
              </a:p>
              <a:p>
                <a:endParaRPr lang="en-US" altLang="ko-KR" sz="700" b="1" i="1" dirty="0">
                  <a:solidFill>
                    <a:srgbClr val="982A2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98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rgbClr val="982A2F"/>
                              </a:solidFill>
                              <a:latin typeface="Cambria Math" panose="02040503050406030204" pitchFamily="18" charset="0"/>
                            </a:rPr>
                            <m:t>𝒊𝒗𝒐𝒍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rgbClr val="982A2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b="1" i="1">
                              <a:solidFill>
                                <a:srgbClr val="982A2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1" i="1">
                              <a:solidFill>
                                <a:srgbClr val="982A2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𝒔𝒕𝒅</m:t>
                      </m:r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FF227E80-A4F3-B3C6-4046-3C72489BD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571" y="1613495"/>
                <a:ext cx="5283000" cy="856231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6FEF9030-681E-9D3A-9D5E-D2E4154B587F}"/>
              </a:ext>
            </a:extLst>
          </p:cNvPr>
          <p:cNvSpPr txBox="1"/>
          <p:nvPr/>
        </p:nvSpPr>
        <p:spPr>
          <a:xfrm>
            <a:off x="2673771" y="5495609"/>
            <a:ext cx="6864926" cy="66422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en-US" altLang="ko-KR" sz="2800" b="1" dirty="0">
                <a:solidFill>
                  <a:srgbClr val="982A2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Quality</a:t>
            </a:r>
            <a:r>
              <a:rPr lang="en-US" altLang="ko-KR" sz="2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</a:t>
            </a:r>
            <a:r>
              <a:rPr lang="ko-KR" altLang="en-US" sz="28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변동성 </a:t>
            </a:r>
            <a:r>
              <a:rPr lang="ko-KR" altLang="en-US" sz="2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제어</a:t>
            </a:r>
            <a:r>
              <a:rPr lang="ko-KR" altLang="en-US" sz="28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전략</a:t>
            </a:r>
            <a:r>
              <a:rPr lang="en-US" altLang="ko-KR" sz="2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7120F53-A9BD-E670-E3A7-A29588585132}"/>
              </a:ext>
            </a:extLst>
          </p:cNvPr>
          <p:cNvSpPr/>
          <p:nvPr/>
        </p:nvSpPr>
        <p:spPr>
          <a:xfrm>
            <a:off x="512898" y="4807700"/>
            <a:ext cx="5283000" cy="627755"/>
          </a:xfrm>
          <a:prstGeom prst="roundRect">
            <a:avLst/>
          </a:prstGeom>
          <a:solidFill>
            <a:srgbClr val="D6696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매출총이익 기반 수익성 지표 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b="1" dirty="0">
                <a:solidFill>
                  <a:srgbClr val="982A2F"/>
                </a:solidFill>
                <a:latin typeface="+mj-ea"/>
                <a:ea typeface="+mj-ea"/>
              </a:rPr>
              <a:t>GP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=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매출총이익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총자산</a:t>
            </a:r>
            <a:endParaRPr 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06D9483-0423-5C0D-8893-4E7A53D07CAA}"/>
              </a:ext>
            </a:extLst>
          </p:cNvPr>
          <p:cNvSpPr/>
          <p:nvPr/>
        </p:nvSpPr>
        <p:spPr>
          <a:xfrm>
            <a:off x="6416570" y="4807700"/>
            <a:ext cx="5282999" cy="627755"/>
          </a:xfrm>
          <a:prstGeom prst="roundRect">
            <a:avLst/>
          </a:prstGeom>
          <a:solidFill>
            <a:srgbClr val="D6696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0" algn="ctr">
              <a:buClr>
                <a:schemeClr val="dk1"/>
              </a:buClr>
              <a:buSzPts val="1800"/>
            </a:pPr>
            <a:r>
              <a:rPr lang="ko-KR" altLang="en-US" b="1" dirty="0">
                <a:solidFill>
                  <a:schemeClr val="dk1"/>
                </a:solidFill>
                <a:latin typeface="+mj-ea"/>
              </a:rPr>
              <a:t>기업 고유의 </a:t>
            </a:r>
            <a:r>
              <a:rPr lang="ko-KR" altLang="en-US" b="1" dirty="0">
                <a:solidFill>
                  <a:srgbClr val="982A2F"/>
                </a:solidFill>
                <a:latin typeface="+mj-ea"/>
              </a:rPr>
              <a:t>불확실성</a:t>
            </a:r>
            <a:r>
              <a:rPr lang="ko-KR" altLang="en-US" b="1" dirty="0">
                <a:solidFill>
                  <a:schemeClr val="dk1"/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dk1"/>
                </a:solidFill>
                <a:latin typeface="+mj-ea"/>
              </a:rPr>
              <a:t>(IVOL)</a:t>
            </a:r>
            <a:endParaRPr lang="ar-AE" altLang="ko-KR" b="1" dirty="0">
              <a:solidFill>
                <a:schemeClr val="dk1"/>
              </a:solidFill>
              <a:latin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2D595F0-A80D-55FC-0059-6A7FEE32921E}"/>
              </a:ext>
            </a:extLst>
          </p:cNvPr>
          <p:cNvGrpSpPr/>
          <p:nvPr/>
        </p:nvGrpSpPr>
        <p:grpSpPr>
          <a:xfrm>
            <a:off x="6317954" y="2582222"/>
            <a:ext cx="5472000" cy="2030114"/>
            <a:chOff x="6322071" y="2498875"/>
            <a:chExt cx="5472000" cy="2030114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8BA5E5AC-5BEE-45EB-B784-85922F7A0C2C}"/>
                </a:ext>
              </a:extLst>
            </p:cNvPr>
            <p:cNvGrpSpPr/>
            <p:nvPr/>
          </p:nvGrpSpPr>
          <p:grpSpPr>
            <a:xfrm>
              <a:off x="6322071" y="2498875"/>
              <a:ext cx="5472000" cy="2030114"/>
              <a:chOff x="6322071" y="2498875"/>
              <a:chExt cx="5472000" cy="203011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2E5D0E-D947-2235-0FED-F05C9F9A5FC1}"/>
                  </a:ext>
                </a:extLst>
              </p:cNvPr>
              <p:cNvSpPr txBox="1"/>
              <p:nvPr/>
            </p:nvSpPr>
            <p:spPr>
              <a:xfrm>
                <a:off x="6811074" y="3360592"/>
                <a:ext cx="1736878" cy="1168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IVOL</a:t>
                </a:r>
                <a:r>
                  <a:rPr lang="ko-KR" altLang="en-US" sz="12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이 높은 종목</a:t>
                </a:r>
                <a:endParaRPr lang="en-US" altLang="ko-KR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228600" indent="-228600">
                  <a:lnSpc>
                    <a:spcPct val="150000"/>
                  </a:lnSpc>
                  <a:buAutoNum type="arabicPeriod"/>
                </a:pPr>
                <a:r>
                  <a:rPr lang="ko-KR" altLang="en-US" sz="1200" dirty="0">
                    <a:solidFill>
                      <a:schemeClr val="tx1"/>
                    </a:solidFill>
                    <a:latin typeface="+mj-ea"/>
                    <a:ea typeface="+mj-ea"/>
                  </a:rPr>
                  <a:t>투자자의 과잉 기대</a:t>
                </a:r>
                <a:endParaRPr lang="en-US" altLang="ko-KR" sz="1200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228600" indent="-228600">
                  <a:lnSpc>
                    <a:spcPct val="150000"/>
                  </a:lnSpc>
                  <a:buAutoNum type="arabicPeriod"/>
                </a:pPr>
                <a:r>
                  <a:rPr lang="en-US" altLang="ko-KR" sz="1200" dirty="0">
                    <a:solidFill>
                      <a:schemeClr val="tx1"/>
                    </a:solidFill>
                    <a:latin typeface="+mj-ea"/>
                    <a:ea typeface="+mj-ea"/>
                  </a:rPr>
                  <a:t>Lottery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+mj-ea"/>
                    <a:ea typeface="+mj-ea"/>
                  </a:rPr>
                  <a:t>성향</a:t>
                </a:r>
                <a:endParaRPr lang="en-US" altLang="ko-KR" sz="1200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dirty="0">
                    <a:solidFill>
                      <a:schemeClr val="tx1"/>
                    </a:solidFill>
                    <a:latin typeface="+mj-ea"/>
                    <a:ea typeface="+mj-ea"/>
                  </a:rPr>
                  <a:t>→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+mj-ea"/>
                    <a:ea typeface="+mj-ea"/>
                  </a:rPr>
                  <a:t>과대평가될 위험 존재</a:t>
                </a:r>
                <a:endParaRPr lang="en-US" altLang="ko-KR" sz="1200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이등변 삼각형 44">
                <a:extLst>
                  <a:ext uri="{FF2B5EF4-FFF2-40B4-BE49-F238E27FC236}">
                    <a16:creationId xmlns:a16="http://schemas.microsoft.com/office/drawing/2014/main" id="{39C3D4C8-B86B-DD99-CD58-E38BCA2B2757}"/>
                  </a:ext>
                </a:extLst>
              </p:cNvPr>
              <p:cNvSpPr/>
              <p:nvPr/>
            </p:nvSpPr>
            <p:spPr>
              <a:xfrm rot="16200000" flipV="1">
                <a:off x="8264116" y="3800790"/>
                <a:ext cx="1008089" cy="288000"/>
              </a:xfrm>
              <a:prstGeom prst="triangle">
                <a:avLst>
                  <a:gd name="adj" fmla="val 50114"/>
                </a:avLst>
              </a:prstGeom>
              <a:gradFill>
                <a:gsLst>
                  <a:gs pos="100000">
                    <a:schemeClr val="bg1"/>
                  </a:gs>
                  <a:gs pos="6000">
                    <a:srgbClr val="E4999D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23B9C1E6-6AF2-9DA9-9AD0-0F310EBE0FD0}"/>
                      </a:ext>
                    </a:extLst>
                  </p:cNvPr>
                  <p:cNvSpPr txBox="1"/>
                  <p:nvPr/>
                </p:nvSpPr>
                <p:spPr>
                  <a:xfrm>
                    <a:off x="6322071" y="2498875"/>
                    <a:ext cx="5472000" cy="677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114300" lvl="0" algn="ctr">
                      <a:lnSpc>
                        <a:spcPct val="150000"/>
                      </a:lnSpc>
                      <a:buClr>
                        <a:schemeClr val="dk1"/>
                      </a:buClr>
                      <a:buSzPts val="1800"/>
                    </a:pPr>
                    <a:r>
                      <a:rPr lang="en-US" altLang="ko-KR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MKT, SMB, HML, MOM </a:t>
                    </a:r>
                    <a:r>
                      <a:rPr lang="en-US" altLang="ko-KR" sz="13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Pretendard" panose="02000503000000020004" pitchFamily="50" charset="-127"/>
                        <a:sym typeface="Wingdings" panose="05000000000000000000" pitchFamily="2" charset="2"/>
                      </a:rPr>
                      <a:t>→</a:t>
                    </a:r>
                    <a:r>
                      <a:rPr lang="ko-KR" altLang="en-US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 제거</a:t>
                    </a:r>
                    <a:r>
                      <a:rPr lang="en-US" altLang="ko-KR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 </a:t>
                    </a:r>
                    <a:r>
                      <a:rPr lang="ko-KR" altLang="en-US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및 통제</a:t>
                    </a:r>
                    <a:endParaRPr lang="en-US" altLang="ko-KR" sz="1300" dirty="0">
                      <a:solidFill>
                        <a:schemeClr val="dk1"/>
                      </a:solidFill>
                      <a:latin typeface="+mj-ea"/>
                      <a:ea typeface="+mj-ea"/>
                    </a:endParaRPr>
                  </a:p>
                  <a:p>
                    <a:pPr marL="114300" lvl="0" algn="ctr">
                      <a:lnSpc>
                        <a:spcPct val="150000"/>
                      </a:lnSpc>
                      <a:buClr>
                        <a:schemeClr val="dk1"/>
                      </a:buClr>
                      <a:buSzPts val="1800"/>
                    </a:pPr>
                    <a:r>
                      <a:rPr lang="ko-KR" altLang="en-US" sz="1300" dirty="0" err="1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잔차</a:t>
                    </a:r>
                    <a:r>
                      <a:rPr lang="en-US" altLang="ko-KR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3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ko-KR" altLang="en-US" sz="13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13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𝒊</m:t>
                            </m:r>
                            <m:r>
                              <a:rPr lang="en-US" altLang="ko-KR" sz="13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,</m:t>
                            </m:r>
                            <m:r>
                              <a:rPr lang="en-US" altLang="ko-KR" sz="13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𝒕</m:t>
                            </m:r>
                          </m:sub>
                        </m:sSub>
                      </m:oMath>
                    </a14:m>
                    <a:r>
                      <a:rPr lang="en-US" altLang="ko-KR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) = 60</a:t>
                    </a:r>
                    <a:r>
                      <a:rPr lang="ko-KR" altLang="en-US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개월 </a:t>
                    </a:r>
                    <a:r>
                      <a:rPr lang="en-US" altLang="ko-KR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Rolling Window </a:t>
                    </a:r>
                    <a:r>
                      <a:rPr lang="ko-KR" altLang="en-US" sz="1300" dirty="0">
                        <a:solidFill>
                          <a:schemeClr val="dk1"/>
                        </a:solidFill>
                        <a:latin typeface="+mj-ea"/>
                        <a:ea typeface="+mj-ea"/>
                      </a:rPr>
                      <a:t>표준편차</a:t>
                    </a:r>
                    <a:endParaRPr lang="en-US" altLang="ko-KR" sz="1300" dirty="0">
                      <a:solidFill>
                        <a:schemeClr val="dk1"/>
                      </a:solidFill>
                      <a:latin typeface="+mj-ea"/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23B9C1E6-6AF2-9DA9-9AD0-0F310EBE0F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2071" y="2498875"/>
                    <a:ext cx="5472000" cy="67755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3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4C58AF-8916-B152-E310-279971055D76}"/>
                  </a:ext>
                </a:extLst>
              </p:cNvPr>
              <p:cNvSpPr txBox="1"/>
              <p:nvPr/>
            </p:nvSpPr>
            <p:spPr>
              <a:xfrm>
                <a:off x="9049098" y="3432502"/>
                <a:ext cx="2297446" cy="1024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b="1" dirty="0">
                    <a:latin typeface="+mn-ea"/>
                    <a:ea typeface="+mn-ea"/>
                  </a:rPr>
                  <a:t>IVOL</a:t>
                </a:r>
                <a:r>
                  <a:rPr lang="ko-KR" altLang="en-US" b="1" dirty="0">
                    <a:latin typeface="+mn-ea"/>
                    <a:ea typeface="+mn-ea"/>
                  </a:rPr>
                  <a:t>이 낮은</a:t>
                </a:r>
                <a:r>
                  <a:rPr lang="en-US" altLang="ko-KR" b="1" dirty="0">
                    <a:latin typeface="+mn-ea"/>
                    <a:ea typeface="+mn-ea"/>
                  </a:rPr>
                  <a:t> </a:t>
                </a:r>
                <a:r>
                  <a:rPr lang="ko-KR" altLang="en-US" b="1" dirty="0">
                    <a:latin typeface="+mn-ea"/>
                    <a:ea typeface="+mn-ea"/>
                  </a:rPr>
                  <a:t>종목일수록</a:t>
                </a:r>
                <a:endParaRPr lang="en-US" altLang="ko-KR" b="1" dirty="0">
                  <a:latin typeface="+mn-ea"/>
                  <a:ea typeface="+mn-ea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ko-KR" altLang="en-US" dirty="0">
                    <a:solidFill>
                      <a:srgbClr val="982A2F"/>
                    </a:solidFill>
                    <a:latin typeface="+mn-ea"/>
                    <a:ea typeface="+mn-ea"/>
                  </a:rPr>
                  <a:t>안정적</a:t>
                </a:r>
                <a:r>
                  <a:rPr lang="ko-KR" altLang="en-US" dirty="0">
                    <a:latin typeface="+mn-ea"/>
                    <a:ea typeface="+mn-ea"/>
                  </a:rPr>
                  <a:t>이며</a:t>
                </a:r>
                <a:endParaRPr lang="en-US" altLang="ko-KR" dirty="0">
                  <a:latin typeface="+mn-ea"/>
                  <a:ea typeface="+mn-ea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ko-KR" altLang="en-US" dirty="0">
                    <a:latin typeface="+mn-ea"/>
                    <a:ea typeface="+mn-ea"/>
                  </a:rPr>
                  <a:t>미래 </a:t>
                </a:r>
                <a:r>
                  <a:rPr lang="ko-KR" altLang="en-US" dirty="0">
                    <a:solidFill>
                      <a:srgbClr val="982A2F"/>
                    </a:solidFill>
                    <a:latin typeface="+mn-ea"/>
                    <a:ea typeface="+mn-ea"/>
                  </a:rPr>
                  <a:t>수익률</a:t>
                </a:r>
                <a:r>
                  <a:rPr lang="ko-KR" altLang="en-US" dirty="0">
                    <a:latin typeface="+mn-ea"/>
                    <a:ea typeface="+mn-ea"/>
                  </a:rPr>
                  <a:t>이 높다</a:t>
                </a:r>
                <a:r>
                  <a:rPr lang="en-US" altLang="ko-KR" dirty="0">
                    <a:latin typeface="+mn-ea"/>
                    <a:ea typeface="+mn-ea"/>
                  </a:rPr>
                  <a:t>.</a:t>
                </a:r>
                <a:endParaRPr lang="ko-KR" altLang="en-US" dirty="0">
                  <a:latin typeface="+mn-ea"/>
                  <a:ea typeface="+mn-ea"/>
                </a:endParaRPr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532F7B6C-53DD-5EC1-0430-49E4AB950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9620" y="3107271"/>
                <a:ext cx="1656000" cy="0"/>
              </a:xfrm>
              <a:prstGeom prst="line">
                <a:avLst/>
              </a:prstGeom>
              <a:ln w="12700">
                <a:solidFill>
                  <a:srgbClr val="D669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794E5CA-AB33-FEEC-95AC-E44F5A16772B}"/>
                </a:ext>
              </a:extLst>
            </p:cNvPr>
            <p:cNvSpPr txBox="1"/>
            <p:nvPr/>
          </p:nvSpPr>
          <p:spPr>
            <a:xfrm>
              <a:off x="8389620" y="3075655"/>
              <a:ext cx="3171759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rgbClr val="D6696E"/>
                  </a:solidFill>
                  <a:latin typeface="+mn-ea"/>
                  <a:ea typeface="+mn-ea"/>
                </a:rPr>
                <a:t>→</a:t>
              </a:r>
              <a:r>
                <a:rPr lang="ko-KR" altLang="en-US" sz="1200" dirty="0">
                  <a:solidFill>
                    <a:srgbClr val="982A2F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100" dirty="0">
                  <a:solidFill>
                    <a:srgbClr val="D6696E"/>
                  </a:solidFill>
                  <a:latin typeface="+mn-ea"/>
                  <a:ea typeface="+mn-ea"/>
                </a:rPr>
                <a:t>최근 </a:t>
              </a:r>
              <a:r>
                <a:rPr lang="en-US" altLang="ko-KR" sz="1100" dirty="0">
                  <a:solidFill>
                    <a:srgbClr val="D6696E"/>
                  </a:solidFill>
                  <a:latin typeface="+mn-ea"/>
                  <a:ea typeface="+mn-ea"/>
                </a:rPr>
                <a:t>60</a:t>
              </a:r>
              <a:r>
                <a:rPr lang="ko-KR" altLang="en-US" sz="1100" dirty="0">
                  <a:solidFill>
                    <a:srgbClr val="D6696E"/>
                  </a:solidFill>
                  <a:latin typeface="+mn-ea"/>
                  <a:ea typeface="+mn-ea"/>
                </a:rPr>
                <a:t>개월을 사용하여 계산하고</a:t>
              </a:r>
              <a:r>
                <a:rPr lang="en-US" altLang="ko-KR" sz="1100" dirty="0">
                  <a:solidFill>
                    <a:srgbClr val="D6696E"/>
                  </a:solidFill>
                  <a:latin typeface="+mn-ea"/>
                  <a:ea typeface="+mn-ea"/>
                </a:rPr>
                <a:t>,</a:t>
              </a:r>
            </a:p>
            <a:p>
              <a:r>
                <a:rPr lang="en-US" altLang="ko-KR" sz="1100" dirty="0">
                  <a:solidFill>
                    <a:srgbClr val="D6696E"/>
                  </a:solidFill>
                  <a:latin typeface="+mn-ea"/>
                  <a:ea typeface="+mn-ea"/>
                </a:rPr>
                <a:t>     </a:t>
              </a:r>
              <a:r>
                <a:rPr lang="ko-KR" altLang="en-US" sz="1100" dirty="0">
                  <a:solidFill>
                    <a:srgbClr val="D6696E"/>
                  </a:solidFill>
                  <a:latin typeface="+mn-ea"/>
                  <a:ea typeface="+mn-ea"/>
                </a:rPr>
                <a:t>시간이 흐르면 기준 기간도 함께 이동하는 방식</a:t>
              </a:r>
              <a:endParaRPr lang="en-US" sz="1000" dirty="0">
                <a:solidFill>
                  <a:srgbClr val="D6696E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D3C124-AB68-BEE4-559E-39B29A7ECF7D}"/>
              </a:ext>
            </a:extLst>
          </p:cNvPr>
          <p:cNvSpPr/>
          <p:nvPr/>
        </p:nvSpPr>
        <p:spPr>
          <a:xfrm>
            <a:off x="6426572" y="2582379"/>
            <a:ext cx="5236818" cy="21016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B93BA2F-94D6-253F-9E89-E399F818A1C7}"/>
              </a:ext>
            </a:extLst>
          </p:cNvPr>
          <p:cNvGrpSpPr/>
          <p:nvPr/>
        </p:nvGrpSpPr>
        <p:grpSpPr>
          <a:xfrm>
            <a:off x="288912" y="2582222"/>
            <a:ext cx="5657837" cy="2101834"/>
            <a:chOff x="291507" y="2423566"/>
            <a:chExt cx="5657837" cy="2199978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5311B8D-83C2-E99A-DF53-3E36B69565F2}"/>
                </a:ext>
              </a:extLst>
            </p:cNvPr>
            <p:cNvSpPr txBox="1"/>
            <p:nvPr/>
          </p:nvSpPr>
          <p:spPr>
            <a:xfrm>
              <a:off x="291507" y="4180398"/>
              <a:ext cx="5657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+mn-ea"/>
                  <a:ea typeface="+mn-ea"/>
                </a:rPr>
                <a:t>GP</a:t>
              </a:r>
              <a:r>
                <a:rPr lang="ko-KR" altLang="en-US" sz="1200" b="1" dirty="0">
                  <a:latin typeface="+mn-ea"/>
                  <a:ea typeface="+mn-ea"/>
                </a:rPr>
                <a:t>는 성장을 위한 투자를 </a:t>
              </a:r>
              <a:r>
                <a:rPr lang="ko-KR" altLang="en-US" sz="1200" b="1" dirty="0" err="1">
                  <a:latin typeface="+mn-ea"/>
                  <a:ea typeface="+mn-ea"/>
                </a:rPr>
                <a:t>패널티로</a:t>
              </a:r>
              <a:r>
                <a:rPr lang="ko-KR" altLang="en-US" sz="1200" b="1" dirty="0">
                  <a:latin typeface="+mn-ea"/>
                  <a:ea typeface="+mn-ea"/>
                </a:rPr>
                <a:t> 간주하지 않아</a:t>
              </a:r>
              <a:r>
                <a:rPr lang="en-US" altLang="ko-KR" sz="1200" b="1" dirty="0">
                  <a:latin typeface="+mn-ea"/>
                  <a:ea typeface="+mn-ea"/>
                </a:rPr>
                <a:t> </a:t>
              </a:r>
              <a:r>
                <a:rPr lang="ko-KR" altLang="en-US" sz="1200" b="1" dirty="0">
                  <a:solidFill>
                    <a:srgbClr val="982A2F"/>
                  </a:solidFill>
                  <a:latin typeface="+mn-ea"/>
                  <a:ea typeface="+mn-ea"/>
                </a:rPr>
                <a:t>기업의 진정한 </a:t>
              </a:r>
              <a:r>
                <a:rPr lang="en-US" altLang="ko-KR" sz="1200" b="1" dirty="0">
                  <a:solidFill>
                    <a:srgbClr val="982A2F"/>
                  </a:solidFill>
                  <a:latin typeface="+mn-ea"/>
                  <a:ea typeface="+mn-ea"/>
                </a:rPr>
                <a:t>Quality</a:t>
              </a:r>
              <a:r>
                <a:rPr lang="ko-KR" altLang="en-US" sz="1200" b="1" dirty="0">
                  <a:latin typeface="+mn-ea"/>
                  <a:ea typeface="+mn-ea"/>
                </a:rPr>
                <a:t>를 대변</a:t>
              </a: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3312808-34F5-692A-9F36-6C691438124A}"/>
                </a:ext>
              </a:extLst>
            </p:cNvPr>
            <p:cNvSpPr/>
            <p:nvPr/>
          </p:nvSpPr>
          <p:spPr>
            <a:xfrm>
              <a:off x="478926" y="2558192"/>
              <a:ext cx="5283000" cy="24705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lvl="0">
                <a:buClr>
                  <a:schemeClr val="dk1"/>
                </a:buClr>
                <a:buSzPts val="1800"/>
              </a:pPr>
              <a:r>
                <a:rPr lang="ko-KR" altLang="en-US" dirty="0">
                  <a:solidFill>
                    <a:schemeClr val="dk1"/>
                  </a:solidFill>
                </a:rPr>
                <a:t>    매출액 </a:t>
              </a:r>
              <a:r>
                <a:rPr lang="en-US" altLang="ko-KR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(REVT)</a:t>
              </a:r>
              <a:endParaRPr lang="ar-AE" altLang="ko-KR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0F880566-A7E2-D049-8FCA-7905048842DB}"/>
                </a:ext>
              </a:extLst>
            </p:cNvPr>
            <p:cNvSpPr/>
            <p:nvPr/>
          </p:nvSpPr>
          <p:spPr>
            <a:xfrm>
              <a:off x="495252" y="2784686"/>
              <a:ext cx="5283000" cy="248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lvl="0">
                <a:buClr>
                  <a:schemeClr val="dk1"/>
                </a:buClr>
                <a:buSzPts val="1800"/>
              </a:pPr>
              <a:r>
                <a:rPr lang="en-US" altLang="ko-KR" sz="1800" dirty="0">
                  <a:solidFill>
                    <a:schemeClr val="dk1"/>
                  </a:solidFill>
                </a:rPr>
                <a:t>-</a:t>
              </a:r>
              <a:r>
                <a:rPr lang="en-US" altLang="ko-KR" dirty="0">
                  <a:solidFill>
                    <a:schemeClr val="dk1"/>
                  </a:solidFill>
                </a:rPr>
                <a:t>  </a:t>
              </a:r>
              <a:r>
                <a:rPr lang="ko-KR" altLang="en-US" dirty="0">
                  <a:solidFill>
                    <a:schemeClr val="dk1"/>
                  </a:solidFill>
                </a:rPr>
                <a:t>매출원가 </a:t>
              </a:r>
              <a:r>
                <a:rPr lang="en-US" altLang="ko-KR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(COGS) </a:t>
              </a:r>
              <a:r>
                <a:rPr lang="en-US" altLang="ko-KR" dirty="0">
                  <a:solidFill>
                    <a:schemeClr val="tx2">
                      <a:lumMod val="50000"/>
                    </a:schemeClr>
                  </a:solidFill>
                  <a:ea typeface="Cambria Math" panose="02040503050406030204" pitchFamily="18" charset="0"/>
                </a:rPr>
                <a:t>→ </a:t>
              </a:r>
              <a:r>
                <a:rPr lang="ko-KR" altLang="en-US" b="1" dirty="0">
                  <a:solidFill>
                    <a:schemeClr val="tx2">
                      <a:lumMod val="50000"/>
                    </a:schemeClr>
                  </a:solidFill>
                </a:rPr>
                <a:t>변동비만</a:t>
              </a:r>
              <a:r>
                <a:rPr lang="ko-KR" altLang="en-US" dirty="0">
                  <a:solidFill>
                    <a:schemeClr val="tx2">
                      <a:lumMod val="50000"/>
                    </a:schemeClr>
                  </a:solidFill>
                </a:rPr>
                <a:t> 차감</a:t>
              </a:r>
              <a:endParaRPr lang="ar-AE" altLang="ko-KR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49912FF-FC35-5F3E-774D-02475DC1F667}"/>
                </a:ext>
              </a:extLst>
            </p:cNvPr>
            <p:cNvSpPr/>
            <p:nvPr/>
          </p:nvSpPr>
          <p:spPr>
            <a:xfrm>
              <a:off x="478926" y="3025316"/>
              <a:ext cx="5283000" cy="248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lvl="0">
                <a:buClr>
                  <a:schemeClr val="dk1"/>
                </a:buClr>
                <a:buSzPts val="1800"/>
              </a:pPr>
              <a:r>
                <a:rPr lang="en-US" altLang="ko-KR" sz="1800" dirty="0">
                  <a:solidFill>
                    <a:schemeClr val="dk1"/>
                  </a:solidFill>
                </a:rPr>
                <a:t>=</a:t>
              </a:r>
              <a:r>
                <a:rPr lang="en-US" altLang="ko-KR" dirty="0">
                  <a:solidFill>
                    <a:schemeClr val="dk1"/>
                  </a:solidFill>
                </a:rPr>
                <a:t> </a:t>
              </a:r>
              <a:r>
                <a:rPr lang="ko-KR" altLang="en-US" b="1" dirty="0">
                  <a:solidFill>
                    <a:srgbClr val="982A2F"/>
                  </a:solidFill>
                </a:rPr>
                <a:t>매출총이익</a:t>
              </a:r>
              <a:r>
                <a:rPr lang="ko-KR" altLang="en-US" dirty="0">
                  <a:solidFill>
                    <a:schemeClr val="dk1"/>
                  </a:solidFill>
                </a:rPr>
                <a:t> </a:t>
              </a:r>
              <a:r>
                <a:rPr lang="en-US" altLang="ko-KR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(Gross profit)</a:t>
              </a:r>
              <a:endParaRPr lang="ar-AE" altLang="ko-KR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80149EDF-0234-E70E-6599-1017483ED924}"/>
                </a:ext>
              </a:extLst>
            </p:cNvPr>
            <p:cNvSpPr/>
            <p:nvPr/>
          </p:nvSpPr>
          <p:spPr>
            <a:xfrm>
              <a:off x="495252" y="3350693"/>
              <a:ext cx="5283000" cy="248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lvl="0">
                <a:buClr>
                  <a:schemeClr val="dk1"/>
                </a:buClr>
                <a:buSzPts val="1800"/>
              </a:pPr>
              <a:r>
                <a:rPr lang="en-US" altLang="ko-KR" sz="1800" dirty="0">
                  <a:solidFill>
                    <a:schemeClr val="dk1"/>
                  </a:solidFill>
                </a:rPr>
                <a:t>- </a:t>
              </a:r>
              <a:r>
                <a:rPr lang="en-US" altLang="ko-KR" dirty="0">
                  <a:solidFill>
                    <a:schemeClr val="dk1"/>
                  </a:solidFill>
                </a:rPr>
                <a:t> </a:t>
              </a:r>
              <a:r>
                <a:rPr lang="ko-KR" altLang="en-US" dirty="0">
                  <a:solidFill>
                    <a:schemeClr val="dk1"/>
                  </a:solidFill>
                </a:rPr>
                <a:t>판매관리비 </a:t>
              </a:r>
              <a:r>
                <a:rPr lang="en-US" altLang="ko-KR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(SG&amp;A) </a:t>
              </a:r>
              <a:r>
                <a:rPr lang="en-US" altLang="ko-KR" dirty="0">
                  <a:solidFill>
                    <a:schemeClr val="tx2">
                      <a:lumMod val="50000"/>
                    </a:schemeClr>
                  </a:solidFill>
                  <a:latin typeface="+mn-ea"/>
                </a:rPr>
                <a:t>→ </a:t>
              </a:r>
              <a:r>
                <a:rPr lang="ko-KR" altLang="en-US" dirty="0">
                  <a:solidFill>
                    <a:schemeClr val="tx2">
                      <a:lumMod val="50000"/>
                    </a:schemeClr>
                  </a:solidFill>
                  <a:latin typeface="+mn-ea"/>
                </a:rPr>
                <a:t>투자성격을 띄는 </a:t>
              </a:r>
              <a:r>
                <a:rPr lang="ko-KR" altLang="en-US" b="1" dirty="0">
                  <a:solidFill>
                    <a:srgbClr val="982A2F"/>
                  </a:solidFill>
                  <a:latin typeface="+mn-ea"/>
                </a:rPr>
                <a:t>고정비까지</a:t>
              </a:r>
              <a:r>
                <a:rPr lang="ko-KR" altLang="en-US" b="1" dirty="0">
                  <a:solidFill>
                    <a:schemeClr val="tx2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dirty="0">
                  <a:solidFill>
                    <a:schemeClr val="tx2">
                      <a:lumMod val="50000"/>
                    </a:schemeClr>
                  </a:solidFill>
                  <a:latin typeface="+mn-ea"/>
                </a:rPr>
                <a:t>차감</a:t>
              </a:r>
              <a:endParaRPr lang="ar-AE" altLang="ko-KR" dirty="0">
                <a:solidFill>
                  <a:schemeClr val="tx2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A683D60E-4CE1-B5CF-FFE2-8FC2A239C78B}"/>
                </a:ext>
              </a:extLst>
            </p:cNvPr>
            <p:cNvSpPr/>
            <p:nvPr/>
          </p:nvSpPr>
          <p:spPr>
            <a:xfrm>
              <a:off x="478926" y="3590650"/>
              <a:ext cx="5283000" cy="248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lvl="0">
                <a:buClr>
                  <a:schemeClr val="dk1"/>
                </a:buClr>
                <a:buSzPts val="1800"/>
              </a:pPr>
              <a:r>
                <a:rPr lang="en-US" altLang="ko-KR" sz="1800" dirty="0">
                  <a:solidFill>
                    <a:schemeClr val="dk1"/>
                  </a:solidFill>
                </a:rPr>
                <a:t>=</a:t>
              </a:r>
              <a:r>
                <a:rPr lang="en-US" altLang="ko-KR" dirty="0">
                  <a:solidFill>
                    <a:schemeClr val="dk1"/>
                  </a:solidFill>
                </a:rPr>
                <a:t> </a:t>
              </a:r>
              <a:r>
                <a:rPr lang="ko-KR" altLang="en-US" b="1" dirty="0">
                  <a:solidFill>
                    <a:srgbClr val="982A2F"/>
                  </a:solidFill>
                </a:rPr>
                <a:t>영업이익</a:t>
              </a:r>
              <a:r>
                <a:rPr lang="ko-KR" altLang="en-US" dirty="0">
                  <a:solidFill>
                    <a:schemeClr val="dk1"/>
                  </a:solidFill>
                </a:rPr>
                <a:t> </a:t>
              </a:r>
              <a:r>
                <a:rPr lang="en-US" altLang="ko-KR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(Operating profit)  </a:t>
              </a:r>
              <a:endParaRPr lang="ar-AE" altLang="ko-KR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4913853-3F55-D632-2767-EE5DFD9B5215}"/>
                </a:ext>
              </a:extLst>
            </p:cNvPr>
            <p:cNvCxnSpPr>
              <a:cxnSpLocks/>
            </p:cNvCxnSpPr>
            <p:nvPr/>
          </p:nvCxnSpPr>
          <p:spPr>
            <a:xfrm>
              <a:off x="845456" y="3869505"/>
              <a:ext cx="2052000" cy="0"/>
            </a:xfrm>
            <a:prstGeom prst="line">
              <a:avLst/>
            </a:prstGeom>
            <a:ln w="12700">
              <a:solidFill>
                <a:srgbClr val="D669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19FBB91-F529-62A5-6034-AA9AFC722F1E}"/>
                </a:ext>
              </a:extLst>
            </p:cNvPr>
            <p:cNvSpPr txBox="1"/>
            <p:nvPr/>
          </p:nvSpPr>
          <p:spPr>
            <a:xfrm>
              <a:off x="786311" y="3835531"/>
              <a:ext cx="38149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rgbClr val="D6696E"/>
                  </a:solidFill>
                  <a:latin typeface="+mn-ea"/>
                  <a:ea typeface="+mn-ea"/>
                </a:rPr>
                <a:t>→</a:t>
              </a:r>
              <a:r>
                <a:rPr lang="ko-KR" altLang="en-US" sz="1200" dirty="0">
                  <a:solidFill>
                    <a:srgbClr val="982A2F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100" dirty="0">
                  <a:solidFill>
                    <a:srgbClr val="D6696E"/>
                  </a:solidFill>
                  <a:latin typeface="+mn-ea"/>
                  <a:ea typeface="+mn-ea"/>
                </a:rPr>
                <a:t>미래 투자가 많은 우량 기업일수록 수익성이 과소평가 될 수 있다</a:t>
              </a:r>
              <a:r>
                <a:rPr lang="en-US" altLang="ko-KR" sz="1100" dirty="0">
                  <a:solidFill>
                    <a:srgbClr val="D6696E"/>
                  </a:solidFill>
                  <a:latin typeface="+mn-ea"/>
                  <a:ea typeface="+mn-ea"/>
                </a:rPr>
                <a:t>.</a:t>
              </a:r>
              <a:endParaRPr lang="en-US" sz="1100" dirty="0">
                <a:solidFill>
                  <a:srgbClr val="D6696E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5793A4D-4AF7-E211-C74F-A3390BC196C1}"/>
                </a:ext>
              </a:extLst>
            </p:cNvPr>
            <p:cNvSpPr/>
            <p:nvPr/>
          </p:nvSpPr>
          <p:spPr>
            <a:xfrm>
              <a:off x="484889" y="2423566"/>
              <a:ext cx="5283000" cy="219997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4986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F42A7505-95CE-112A-E1BD-00CEBAA45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>
            <a:extLst>
              <a:ext uri="{FF2B5EF4-FFF2-40B4-BE49-F238E27FC236}">
                <a16:creationId xmlns:a16="http://schemas.microsoft.com/office/drawing/2014/main" id="{7C68695F-1730-717E-76F0-32C4123953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+mj-lt"/>
              </a:rPr>
              <a:t>4</a:t>
            </a:fld>
            <a:endParaRPr dirty="0">
              <a:latin typeface="+mj-lt"/>
            </a:endParaRPr>
          </a:p>
        </p:txBody>
      </p:sp>
      <p:sp>
        <p:nvSpPr>
          <p:cNvPr id="157" name="Google Shape;157;p5">
            <a:extLst>
              <a:ext uri="{FF2B5EF4-FFF2-40B4-BE49-F238E27FC236}">
                <a16:creationId xmlns:a16="http://schemas.microsoft.com/office/drawing/2014/main" id="{49EBC51E-B0CC-F7F9-0494-598697927FE5}"/>
              </a:ext>
            </a:extLst>
          </p:cNvPr>
          <p:cNvSpPr txBox="1"/>
          <p:nvPr/>
        </p:nvSpPr>
        <p:spPr>
          <a:xfrm>
            <a:off x="334963" y="0"/>
            <a:ext cx="2484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+mj-lt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02. Portfolio Construction</a:t>
            </a:r>
            <a:endParaRPr dirty="0">
              <a:latin typeface="+mj-lt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58" name="Google Shape;158;p5">
            <a:extLst>
              <a:ext uri="{FF2B5EF4-FFF2-40B4-BE49-F238E27FC236}">
                <a16:creationId xmlns:a16="http://schemas.microsoft.com/office/drawing/2014/main" id="{2815E828-500F-16D7-2891-452EDE5B2DD5}"/>
              </a:ext>
            </a:extLst>
          </p:cNvPr>
          <p:cNvSpPr txBox="1"/>
          <p:nvPr/>
        </p:nvSpPr>
        <p:spPr>
          <a:xfrm>
            <a:off x="512897" y="310575"/>
            <a:ext cx="5023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2"/>
                </a:solidFill>
                <a:latin typeface="+mj-lt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Portfolio Foundation</a:t>
            </a:r>
            <a:endParaRPr dirty="0">
              <a:latin typeface="+mj-lt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59" name="Google Shape;159;p5">
            <a:extLst>
              <a:ext uri="{FF2B5EF4-FFF2-40B4-BE49-F238E27FC236}">
                <a16:creationId xmlns:a16="http://schemas.microsoft.com/office/drawing/2014/main" id="{E88FC58C-5A14-DA94-7019-51047439E4DD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5">
            <a:extLst>
              <a:ext uri="{FF2B5EF4-FFF2-40B4-BE49-F238E27FC236}">
                <a16:creationId xmlns:a16="http://schemas.microsoft.com/office/drawing/2014/main" id="{04198F16-FA63-4BE9-A432-7F61A00B90EC}"/>
              </a:ext>
            </a:extLst>
          </p:cNvPr>
          <p:cNvGrpSpPr/>
          <p:nvPr/>
        </p:nvGrpSpPr>
        <p:grpSpPr>
          <a:xfrm>
            <a:off x="6361200" y="970404"/>
            <a:ext cx="5472000" cy="311948"/>
            <a:chOff x="360000" y="1171989"/>
            <a:chExt cx="3565389" cy="311949"/>
          </a:xfrm>
        </p:grpSpPr>
        <p:sp>
          <p:nvSpPr>
            <p:cNvPr id="164" name="Google Shape;164;p5">
              <a:extLst>
                <a:ext uri="{FF2B5EF4-FFF2-40B4-BE49-F238E27FC236}">
                  <a16:creationId xmlns:a16="http://schemas.microsoft.com/office/drawing/2014/main" id="{76E64B2B-9DAC-68AF-C818-F51DE6704562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+mj-lt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Settings</a:t>
              </a:r>
              <a:endParaRPr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65" name="Google Shape;165;p5">
              <a:extLst>
                <a:ext uri="{FF2B5EF4-FFF2-40B4-BE49-F238E27FC236}">
                  <a16:creationId xmlns:a16="http://schemas.microsoft.com/office/drawing/2014/main" id="{C1BC1B66-7A96-B471-EBB8-C554A2255799}"/>
                </a:ext>
              </a:extLst>
            </p:cNvPr>
            <p:cNvCxnSpPr/>
            <p:nvPr/>
          </p:nvCxnSpPr>
          <p:spPr>
            <a:xfrm>
              <a:off x="360000" y="1479586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C611296-00DE-434F-50F9-A183D77BB4B3}"/>
              </a:ext>
            </a:extLst>
          </p:cNvPr>
          <p:cNvGrpSpPr/>
          <p:nvPr/>
        </p:nvGrpSpPr>
        <p:grpSpPr>
          <a:xfrm>
            <a:off x="6383558" y="3357023"/>
            <a:ext cx="5385599" cy="2145948"/>
            <a:chOff x="2071938" y="562909"/>
            <a:chExt cx="5122364" cy="2475078"/>
          </a:xfrm>
        </p:grpSpPr>
        <p:sp>
          <p:nvSpPr>
            <p:cNvPr id="9" name="Google Shape;214;p12">
              <a:extLst>
                <a:ext uri="{FF2B5EF4-FFF2-40B4-BE49-F238E27FC236}">
                  <a16:creationId xmlns:a16="http://schemas.microsoft.com/office/drawing/2014/main" id="{6197E2BA-21DB-FA06-CF96-EA4BFFDFDE90}"/>
                </a:ext>
              </a:extLst>
            </p:cNvPr>
            <p:cNvSpPr/>
            <p:nvPr/>
          </p:nvSpPr>
          <p:spPr>
            <a:xfrm>
              <a:off x="2071938" y="562909"/>
              <a:ext cx="5122364" cy="2475078"/>
            </a:xfrm>
            <a:prstGeom prst="rect">
              <a:avLst/>
            </a:prstGeom>
            <a:noFill/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288000" rIns="108000" bIns="45700" anchor="ctr" anchorCtr="0">
              <a:noAutofit/>
            </a:bodyPr>
            <a:lstStyle/>
            <a:p>
              <a:pPr marL="216000" lvl="1" indent="-171450">
                <a:spcBef>
                  <a:spcPts val="1200"/>
                </a:spcBef>
                <a:buClr>
                  <a:schemeClr val="dk1"/>
                </a:buClr>
                <a:buSzPts val="1400"/>
                <a:buFont typeface="Arial" panose="020B0604020202020204" pitchFamily="34" charset="0"/>
                <a:buChar char="•"/>
              </a:pPr>
              <a:r>
                <a:rPr lang="ko-KR" altLang="en-US" sz="1200" dirty="0" err="1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리밸런싱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주기 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: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월간 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월말 수정주가 기준 </a:t>
              </a:r>
              <a:r>
                <a:rPr lang="ko-KR" altLang="en-US" sz="1200" dirty="0" err="1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리밸런싱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)</a:t>
              </a:r>
            </a:p>
            <a:p>
              <a:pPr marL="216000" lvl="1" indent="-171450">
                <a:spcBef>
                  <a:spcPts val="1200"/>
                </a:spcBef>
                <a:buClr>
                  <a:schemeClr val="dk1"/>
                </a:buClr>
                <a:buSzPts val="1400"/>
                <a:buFont typeface="Arial" panose="020B0604020202020204" pitchFamily="34" charset="0"/>
                <a:buChar char="•"/>
              </a:pPr>
              <a:r>
                <a:rPr lang="ko-KR" altLang="en-US" sz="1200" dirty="0" err="1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백테스팅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기간 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: 2001-01-01 ~ 2025-12-31</a:t>
              </a:r>
            </a:p>
            <a:p>
              <a:pPr marL="216000" lvl="0" indent="-171450">
                <a:spcBef>
                  <a:spcPts val="600"/>
                </a:spcBef>
                <a:buClr>
                  <a:schemeClr val="dk1"/>
                </a:buClr>
                <a:buSzPts val="14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거래비용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: </a:t>
              </a:r>
            </a:p>
            <a:p>
              <a:pPr marL="44550" lvl="5">
                <a:spcBef>
                  <a:spcPts val="600"/>
                </a:spcBef>
                <a:buClr>
                  <a:schemeClr val="dk1"/>
                </a:buClr>
                <a:buSzPts val="1400"/>
              </a:pP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       -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거래대금 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1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단위당 발생하는 주가 변동을 통해 자산의 </a:t>
              </a:r>
              <a:r>
                <a:rPr lang="ko-KR" altLang="en-US" sz="1200" dirty="0" err="1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비유동성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*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수준을 파악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endParaRPr>
            </a:p>
            <a:p>
              <a:pPr marL="44550" lvl="8">
                <a:spcBef>
                  <a:spcPts val="600"/>
                </a:spcBef>
                <a:buClr>
                  <a:schemeClr val="dk1"/>
                </a:buClr>
                <a:buSzPts val="1400"/>
              </a:pPr>
              <a:r>
                <a:rPr lang="ko-KR" altLang="en-US" sz="1200" dirty="0">
                  <a:solidFill>
                    <a:srgbClr val="982A2F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      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-</a:t>
              </a:r>
              <a:r>
                <a:rPr lang="ko-KR" altLang="en-US" sz="1200" dirty="0">
                  <a:solidFill>
                    <a:srgbClr val="982A2F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유동성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ko-KR" altLang="en-US" sz="1200" dirty="0">
                  <a:solidFill>
                    <a:schemeClr val="accent2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하위</a:t>
              </a:r>
              <a:r>
                <a:rPr lang="en-US" altLang="ko-KR" sz="1200" dirty="0">
                  <a:solidFill>
                    <a:schemeClr val="accent2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 20%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: 80bp (</a:t>
              </a:r>
              <a:r>
                <a:rPr lang="en-US" altLang="ko-KR" sz="1200" dirty="0">
                  <a:solidFill>
                    <a:schemeClr val="tx2">
                      <a:lumMod val="50000"/>
                    </a:schemeClr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1bp = 0.01%p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) / </a:t>
              </a:r>
              <a:r>
                <a:rPr lang="ko-KR" altLang="en-US" sz="1200" dirty="0">
                  <a:solidFill>
                    <a:schemeClr val="accent2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그 외 종목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Pretendard" panose="02000503000000020004" pitchFamily="2" charset="-127"/>
                  <a:sym typeface="Noto Sans KR"/>
                </a:rPr>
                <a:t>: 30bp</a:t>
              </a:r>
            </a:p>
          </p:txBody>
        </p:sp>
        <p:sp>
          <p:nvSpPr>
            <p:cNvPr id="10" name="Google Shape;215;p12">
              <a:extLst>
                <a:ext uri="{FF2B5EF4-FFF2-40B4-BE49-F238E27FC236}">
                  <a16:creationId xmlns:a16="http://schemas.microsoft.com/office/drawing/2014/main" id="{7CEAD628-3B93-F5EF-F9F9-40AFA6EEED57}"/>
                </a:ext>
              </a:extLst>
            </p:cNvPr>
            <p:cNvSpPr/>
            <p:nvPr/>
          </p:nvSpPr>
          <p:spPr>
            <a:xfrm>
              <a:off x="2071938" y="562910"/>
              <a:ext cx="1927521" cy="391516"/>
            </a:xfrm>
            <a:prstGeom prst="rect">
              <a:avLst/>
            </a:prstGeom>
            <a:solidFill>
              <a:srgbClr val="982A2F"/>
            </a:solidFill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b="1" dirty="0">
                  <a:solidFill>
                    <a:schemeClr val="bg1"/>
                  </a:solidFill>
                  <a:latin typeface="+mj-lt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Rebalance / Costs</a:t>
              </a:r>
            </a:p>
          </p:txBody>
        </p:sp>
      </p:grpSp>
      <p:sp>
        <p:nvSpPr>
          <p:cNvPr id="27" name="Google Shape;215;p12">
            <a:extLst>
              <a:ext uri="{FF2B5EF4-FFF2-40B4-BE49-F238E27FC236}">
                <a16:creationId xmlns:a16="http://schemas.microsoft.com/office/drawing/2014/main" id="{9A39879A-4F0B-D4A7-86F7-8FA13BE1B817}"/>
              </a:ext>
            </a:extLst>
          </p:cNvPr>
          <p:cNvSpPr/>
          <p:nvPr/>
        </p:nvSpPr>
        <p:spPr>
          <a:xfrm>
            <a:off x="6383558" y="1564989"/>
            <a:ext cx="2026575" cy="370800"/>
          </a:xfrm>
          <a:prstGeom prst="rect">
            <a:avLst/>
          </a:prstGeom>
          <a:solidFill>
            <a:srgbClr val="982A2F"/>
          </a:solidFill>
          <a:ln w="19050" cap="flat" cmpd="sng">
            <a:solidFill>
              <a:srgbClr val="982A2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Filter / </a:t>
            </a:r>
            <a:r>
              <a:rPr lang="en-US" altLang="ko-KR" sz="12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Winsorization</a:t>
            </a:r>
            <a:endParaRPr lang="en-US" altLang="ko-KR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CBF607-0FEB-43ED-F2B9-853D9AEF2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207959"/>
              </p:ext>
            </p:extLst>
          </p:nvPr>
        </p:nvGraphicFramePr>
        <p:xfrm>
          <a:off x="577434" y="1558733"/>
          <a:ext cx="5180357" cy="3910172"/>
        </p:xfrm>
        <a:graphic>
          <a:graphicData uri="http://schemas.openxmlformats.org/drawingml/2006/table">
            <a:tbl>
              <a:tblPr firstRow="1" bandRow="1">
                <a:tableStyleId>{858D140D-615F-41ED-8C3F-11D4F702E26B}</a:tableStyleId>
              </a:tblPr>
              <a:tblGrid>
                <a:gridCol w="2430780">
                  <a:extLst>
                    <a:ext uri="{9D8B030D-6E8A-4147-A177-3AD203B41FA5}">
                      <a16:colId xmlns:a16="http://schemas.microsoft.com/office/drawing/2014/main" val="1326590068"/>
                    </a:ext>
                  </a:extLst>
                </a:gridCol>
                <a:gridCol w="2749577">
                  <a:extLst>
                    <a:ext uri="{9D8B030D-6E8A-4147-A177-3AD203B41FA5}">
                      <a16:colId xmlns:a16="http://schemas.microsoft.com/office/drawing/2014/main" val="3043071531"/>
                    </a:ext>
                  </a:extLst>
                </a:gridCol>
              </a:tblGrid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데이터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비고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95715"/>
                  </a:ext>
                </a:extLst>
              </a:tr>
              <a:tr h="52288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KOSPI + KOSDAQ </a:t>
                      </a:r>
                      <a:r>
                        <a:rPr lang="ko-KR" altLang="en-US" sz="1200" dirty="0" err="1"/>
                        <a:t>보통주</a:t>
                      </a:r>
                      <a:r>
                        <a:rPr lang="ko-KR" altLang="en-US" sz="1200" dirty="0"/>
                        <a:t> 수정주가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Universe</a:t>
                      </a:r>
                      <a:r>
                        <a:rPr lang="en-US" altLang="ko-KR" sz="1200" dirty="0"/>
                        <a:t> </a:t>
                      </a:r>
                    </a:p>
                    <a:p>
                      <a:pPr algn="ctr"/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Pretendard"/>
                          <a:cs typeface="Pretendard" panose="02000503000000020004" pitchFamily="2" charset="-127"/>
                          <a:sym typeface="Noto Sans KR"/>
                        </a:rPr>
                        <a:t>금융업제외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Pretendard"/>
                          <a:cs typeface="Pretendard" panose="02000503000000020004" pitchFamily="2" charset="-127"/>
                          <a:sym typeface="Noto Sans KR"/>
                        </a:rPr>
                        <a:t>/ </a:t>
                      </a:r>
                      <a:r>
                        <a:rPr lang="ko-KR" altLang="en-US" sz="12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Pretendard"/>
                          <a:cs typeface="Pretendard" panose="02000503000000020004" pitchFamily="2" charset="-127"/>
                          <a:sym typeface="Noto Sans KR"/>
                        </a:rPr>
                        <a:t>보통주</a:t>
                      </a: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Pretendard"/>
                          <a:cs typeface="Pretendard" panose="02000503000000020004" pitchFamily="2" charset="-127"/>
                          <a:sym typeface="Noto Sans KR"/>
                        </a:rPr>
                        <a:t>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Pretendard"/>
                          <a:cs typeface="Pretendard" panose="02000503000000020004" pitchFamily="2" charset="-127"/>
                          <a:sym typeface="Noto Sans KR"/>
                        </a:rPr>
                        <a:t>/ </a:t>
                      </a: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Pretendard"/>
                          <a:cs typeface="Pretendard" panose="02000503000000020004" pitchFamily="2" charset="-127"/>
                          <a:sym typeface="Noto Sans KR"/>
                        </a:rPr>
                        <a:t>상장폐지 포함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041880"/>
                  </a:ext>
                </a:extLst>
              </a:tr>
              <a:tr h="34608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KOSPI 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Benchmark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143220"/>
                  </a:ext>
                </a:extLst>
              </a:tr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매출액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GP </a:t>
                      </a:r>
                      <a:r>
                        <a:rPr lang="ko-KR" altLang="en-US" sz="1200" dirty="0"/>
                        <a:t>산출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재무데이터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분기 </a:t>
                      </a:r>
                      <a:r>
                        <a:rPr lang="en-US" altLang="ko-KR" sz="1200" dirty="0"/>
                        <a:t>lag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39099"/>
                  </a:ext>
                </a:extLst>
              </a:tr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매출원가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GP </a:t>
                      </a:r>
                      <a:r>
                        <a:rPr lang="ko-KR" altLang="en-US" sz="1200" dirty="0"/>
                        <a:t>산출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재무데이터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분기 </a:t>
                      </a:r>
                      <a:r>
                        <a:rPr lang="en-US" altLang="ko-KR" sz="1200" dirty="0"/>
                        <a:t>lag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541604"/>
                  </a:ext>
                </a:extLst>
              </a:tr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총자산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GP </a:t>
                      </a:r>
                      <a:r>
                        <a:rPr lang="ko-KR" altLang="en-US" sz="1200" dirty="0"/>
                        <a:t>산출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재무데이터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분기 </a:t>
                      </a:r>
                      <a:r>
                        <a:rPr lang="en-US" altLang="ko-KR" sz="1200" dirty="0"/>
                        <a:t>lag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455522"/>
                  </a:ext>
                </a:extLst>
              </a:tr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HML, SMB, MOM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OLS</a:t>
                      </a:r>
                      <a:r>
                        <a:rPr lang="ko-KR" altLang="en-US" sz="1200" dirty="0"/>
                        <a:t> 분석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197355"/>
                  </a:ext>
                </a:extLst>
              </a:tr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MKT (KOSPI, CD</a:t>
                      </a:r>
                      <a:r>
                        <a:rPr lang="en-US" altLang="ko-KR" sz="1200" dirty="0"/>
                        <a:t>91</a:t>
                      </a:r>
                      <a:r>
                        <a:rPr lang="ko-KR" altLang="en-US" sz="1200" dirty="0"/>
                        <a:t>일물 금리</a:t>
                      </a:r>
                      <a:r>
                        <a:rPr lang="en-US" altLang="ko-KR" sz="1200" dirty="0"/>
                        <a:t>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OLS </a:t>
                      </a:r>
                      <a:r>
                        <a:rPr lang="ko-KR" altLang="en-US" sz="1200" dirty="0"/>
                        <a:t>분석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무위험</a:t>
                      </a:r>
                      <a:r>
                        <a:rPr lang="ko-KR" altLang="en-US" sz="1200" dirty="0"/>
                        <a:t> 수익률 산출</a:t>
                      </a:r>
                      <a:r>
                        <a:rPr lang="en-US" altLang="ko-KR" sz="1200" dirty="0"/>
                        <a:t>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131620"/>
                  </a:ext>
                </a:extLst>
              </a:tr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일별 수정주가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일별 거래대금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Amihud</a:t>
                      </a:r>
                      <a:r>
                        <a:rPr lang="en-US" sz="1200" dirty="0"/>
                        <a:t> </a:t>
                      </a:r>
                      <a:r>
                        <a:rPr lang="ko-KR" altLang="en-US" sz="1200" dirty="0" err="1"/>
                        <a:t>비유동성</a:t>
                      </a:r>
                      <a:r>
                        <a:rPr lang="ko-KR" altLang="en-US" sz="1200" dirty="0"/>
                        <a:t> 지표 산출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912427"/>
                  </a:ext>
                </a:extLst>
              </a:tr>
              <a:tr h="3801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현금배당 반영 수정주가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수익률 산출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8123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212888-9385-2C56-D01F-569F664983B7}"/>
              </a:ext>
            </a:extLst>
          </p:cNvPr>
          <p:cNvSpPr txBox="1"/>
          <p:nvPr/>
        </p:nvSpPr>
        <p:spPr>
          <a:xfrm>
            <a:off x="533892" y="5468844"/>
            <a:ext cx="5180357" cy="33740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marL="44550" lvl="0" algn="r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ko-KR" altLang="en-US" sz="1200" dirty="0">
                <a:solidFill>
                  <a:schemeClr val="dk1"/>
                </a:solidFill>
                <a:latin typeface="+mn-lt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데이터 출처 </a:t>
            </a:r>
            <a:r>
              <a:rPr lang="en-US" altLang="ko-KR" sz="1200" dirty="0">
                <a:solidFill>
                  <a:schemeClr val="dk1"/>
                </a:solidFill>
                <a:latin typeface="+mn-lt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: DataGuide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201B3-F6ED-74DE-5BAA-D1B815DB8BDE}"/>
                  </a:ext>
                </a:extLst>
              </p:cNvPr>
              <p:cNvSpPr txBox="1"/>
              <p:nvPr/>
            </p:nvSpPr>
            <p:spPr>
              <a:xfrm>
                <a:off x="7619876" y="5528446"/>
                <a:ext cx="4154960" cy="598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accent2"/>
                    </a:solidFill>
                    <a:latin typeface="+mn-ea"/>
                    <a:ea typeface="+mn-ea"/>
                  </a:rPr>
                  <a:t>*</a:t>
                </a:r>
                <a:r>
                  <a:rPr lang="en-US" sz="12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 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비유동성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+mn-ea"/>
                    <a:ea typeface="+mn-ea"/>
                  </a:rPr>
                  <a:t> 지표로 </a:t>
                </a:r>
                <a:r>
                  <a:rPr lang="en-US" altLang="ko-KR" sz="10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Amihud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비유동성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+mn-ea"/>
                    <a:ea typeface="+mn-ea"/>
                  </a:rPr>
                  <a:t> 측도를 사용하였으며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+mn-ea"/>
                    <a:ea typeface="+mn-ea"/>
                  </a:rPr>
                  <a:t>수식은 아래와 같다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  <a:ea typeface="+mn-ea"/>
                  </a:rPr>
                  <a:t>.</a:t>
                </a:r>
                <a:br>
                  <a:rPr lang="en-US" altLang="ko-KR" sz="1000" dirty="0">
                    <a:solidFill>
                      <a:schemeClr val="tx1"/>
                    </a:solidFill>
                    <a:latin typeface="+mn-ea"/>
                    <a:ea typeface="+mn-ea"/>
                  </a:rPr>
                </a:br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  <a:ea typeface="+mn-ea"/>
                  </a:rPr>
                  <a:t>		</a:t>
                </a:r>
                <a:r>
                  <a:rPr lang="en-US" altLang="ko-KR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latin typeface="Cambria Math" panose="02040503050406030204" pitchFamily="18" charset="0"/>
                          </a:rPr>
                          <m:t>𝐴𝑚𝑖h𝑢𝑑</m:t>
                        </m:r>
                      </m:e>
                      <m:sub>
                        <m:r>
                          <a:rPr lang="en-US" altLang="ko-KR" sz="105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05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05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ko-KR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i="1">
                                    <a:latin typeface="Cambria Math" panose="02040503050406030204" pitchFamily="18" charset="0"/>
                                  </a:rPr>
                                  <m:t>𝑅𝑒𝑡𝑢𝑟𝑛</m:t>
                                </m:r>
                              </m:e>
                              <m:sub>
                                <m:r>
                                  <a:rPr lang="en-US" altLang="ko-KR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05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05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atin typeface="Cambria Math" panose="02040503050406030204" pitchFamily="18" charset="0"/>
                              </a:rPr>
                              <m:t>𝑇𝑟𝑎𝑑𝑖𝑛𝑔𝑉𝑎𝑙𝑢𝑒</m:t>
                            </m:r>
                          </m:e>
                          <m:sub>
                            <m:r>
                              <a:rPr lang="en-US" altLang="ko-KR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05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05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en-US" sz="1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201B3-F6ED-74DE-5BAA-D1B815DB8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876" y="5528446"/>
                <a:ext cx="4154960" cy="598177"/>
              </a:xfrm>
              <a:prstGeom prst="rect">
                <a:avLst/>
              </a:prstGeom>
              <a:blipFill>
                <a:blip r:embed="rId3"/>
                <a:stretch>
                  <a:fillRect l="-440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214;p12">
            <a:extLst>
              <a:ext uri="{FF2B5EF4-FFF2-40B4-BE49-F238E27FC236}">
                <a16:creationId xmlns:a16="http://schemas.microsoft.com/office/drawing/2014/main" id="{DE1D257B-5323-4170-0720-7224DCE28F6C}"/>
              </a:ext>
            </a:extLst>
          </p:cNvPr>
          <p:cNvSpPr/>
          <p:nvPr/>
        </p:nvSpPr>
        <p:spPr>
          <a:xfrm>
            <a:off x="6383557" y="1558733"/>
            <a:ext cx="5385599" cy="1688841"/>
          </a:xfrm>
          <a:prstGeom prst="rect">
            <a:avLst/>
          </a:prstGeom>
          <a:noFill/>
          <a:ln w="19050" cap="flat" cmpd="sng">
            <a:solidFill>
              <a:srgbClr val="982A2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288000" rIns="108000" bIns="45700" anchor="ctr" anchorCtr="0">
            <a:noAutofit/>
          </a:bodyPr>
          <a:lstStyle/>
          <a:p>
            <a:pPr marL="216000" lvl="1" indent="-171450">
              <a:spcBef>
                <a:spcPts val="120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최근 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60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영업일 거래대금 하위 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10% 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종목 제외</a:t>
            </a:r>
            <a:endParaRPr lang="en-US" altLang="ko-KR" sz="1200" dirty="0">
              <a:solidFill>
                <a:schemeClr val="dk1"/>
              </a:solidFill>
              <a:latin typeface="+mn-ea"/>
              <a:ea typeface="+mn-ea"/>
              <a:cs typeface="Pretendard" panose="02000503000000020004" pitchFamily="2" charset="-127"/>
              <a:sym typeface="Noto Sans KR"/>
            </a:endParaRPr>
          </a:p>
          <a:p>
            <a:pPr marL="216000" lvl="1" indent="-171450">
              <a:spcBef>
                <a:spcPts val="120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극단적인 </a:t>
            </a:r>
            <a:r>
              <a:rPr lang="ko-KR" altLang="en-US" sz="1200" dirty="0" err="1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이상값이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 결과를 왜곡하지 않도록 수익률 상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/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하위 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1% </a:t>
            </a:r>
            <a:r>
              <a:rPr lang="ko-KR" altLang="en-US" sz="1200" dirty="0" err="1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윈저라이징</a:t>
            </a:r>
            <a:endParaRPr lang="en-US" altLang="ko-KR" sz="1200" dirty="0">
              <a:solidFill>
                <a:schemeClr val="dk1"/>
              </a:solidFill>
              <a:latin typeface="+mn-ea"/>
              <a:ea typeface="+mn-ea"/>
              <a:cs typeface="Pretendard" panose="02000503000000020004" pitchFamily="2" charset="-127"/>
              <a:sym typeface="Noto Sans KR"/>
            </a:endParaRPr>
          </a:p>
          <a:p>
            <a:pPr marL="216000" lvl="1" indent="-171450">
              <a:spcBef>
                <a:spcPts val="120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Pretendard" panose="02000503000000020004" pitchFamily="2" charset="-127"/>
                <a:sym typeface="Noto Sans KR"/>
              </a:rPr>
              <a:t>비영업일은 직전데이터로 보간</a:t>
            </a:r>
            <a:endParaRPr lang="en-US" altLang="ko-KR" sz="1200" dirty="0">
              <a:solidFill>
                <a:schemeClr val="dk1"/>
              </a:solidFill>
              <a:latin typeface="+mn-ea"/>
              <a:ea typeface="+mn-ea"/>
              <a:cs typeface="Pretendard" panose="02000503000000020004" pitchFamily="2" charset="-127"/>
              <a:sym typeface="Noto Sans KR"/>
            </a:endParaRPr>
          </a:p>
        </p:txBody>
      </p:sp>
      <p:grpSp>
        <p:nvGrpSpPr>
          <p:cNvPr id="4" name="Google Shape;300;p13">
            <a:extLst>
              <a:ext uri="{FF2B5EF4-FFF2-40B4-BE49-F238E27FC236}">
                <a16:creationId xmlns:a16="http://schemas.microsoft.com/office/drawing/2014/main" id="{AB8EC663-6715-4E90-459A-3DC3FF00E098}"/>
              </a:ext>
            </a:extLst>
          </p:cNvPr>
          <p:cNvGrpSpPr/>
          <p:nvPr/>
        </p:nvGrpSpPr>
        <p:grpSpPr>
          <a:xfrm>
            <a:off x="360000" y="966112"/>
            <a:ext cx="5472000" cy="311948"/>
            <a:chOff x="360000" y="1171990"/>
            <a:chExt cx="5472000" cy="311948"/>
          </a:xfrm>
        </p:grpSpPr>
        <p:sp>
          <p:nvSpPr>
            <p:cNvPr id="6" name="Google Shape;301;p13">
              <a:extLst>
                <a:ext uri="{FF2B5EF4-FFF2-40B4-BE49-F238E27FC236}">
                  <a16:creationId xmlns:a16="http://schemas.microsoft.com/office/drawing/2014/main" id="{C9FE6D18-BD63-6F73-9BD1-55A22A3A12DB}"/>
                </a:ext>
              </a:extLst>
            </p:cNvPr>
            <p:cNvSpPr/>
            <p:nvPr/>
          </p:nvSpPr>
          <p:spPr>
            <a:xfrm>
              <a:off x="36000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Data</a:t>
              </a:r>
            </a:p>
          </p:txBody>
        </p:sp>
        <p:cxnSp>
          <p:nvCxnSpPr>
            <p:cNvPr id="14" name="Google Shape;302;p13">
              <a:extLst>
                <a:ext uri="{FF2B5EF4-FFF2-40B4-BE49-F238E27FC236}">
                  <a16:creationId xmlns:a16="http://schemas.microsoft.com/office/drawing/2014/main" id="{5D387451-12BE-A078-EA3C-B2B90DD26939}"/>
                </a:ext>
              </a:extLst>
            </p:cNvPr>
            <p:cNvCxnSpPr/>
            <p:nvPr/>
          </p:nvCxnSpPr>
          <p:spPr>
            <a:xfrm>
              <a:off x="360000" y="1483938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91129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92604C05-EECB-51B3-A672-2B90513E3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>
            <a:extLst>
              <a:ext uri="{FF2B5EF4-FFF2-40B4-BE49-F238E27FC236}">
                <a16:creationId xmlns:a16="http://schemas.microsoft.com/office/drawing/2014/main" id="{0A7B0CDD-B9C1-1B2D-6297-1225DCAED7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77" name="Google Shape;177;p6">
            <a:extLst>
              <a:ext uri="{FF2B5EF4-FFF2-40B4-BE49-F238E27FC236}">
                <a16:creationId xmlns:a16="http://schemas.microsoft.com/office/drawing/2014/main" id="{1E42D065-4970-4D78-B85A-AA2A4D8BAAE5}"/>
              </a:ext>
            </a:extLst>
          </p:cNvPr>
          <p:cNvSpPr txBox="1"/>
          <p:nvPr/>
        </p:nvSpPr>
        <p:spPr>
          <a:xfrm>
            <a:off x="334963" y="0"/>
            <a:ext cx="248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02. Portfolio Construction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78" name="Google Shape;178;p6">
            <a:extLst>
              <a:ext uri="{FF2B5EF4-FFF2-40B4-BE49-F238E27FC236}">
                <a16:creationId xmlns:a16="http://schemas.microsoft.com/office/drawing/2014/main" id="{732E35BF-B933-6D49-CC01-8E7B01F1EF1B}"/>
              </a:ext>
            </a:extLst>
          </p:cNvPr>
          <p:cNvSpPr txBox="1"/>
          <p:nvPr/>
        </p:nvSpPr>
        <p:spPr>
          <a:xfrm>
            <a:off x="512897" y="310575"/>
            <a:ext cx="697483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Portfolio Construction </a:t>
            </a:r>
            <a:r>
              <a:rPr lang="en-US" altLang="ko-KR" sz="3200" b="1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(GP only)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79" name="Google Shape;179;p6">
            <a:extLst>
              <a:ext uri="{FF2B5EF4-FFF2-40B4-BE49-F238E27FC236}">
                <a16:creationId xmlns:a16="http://schemas.microsoft.com/office/drawing/2014/main" id="{FAB3436D-2B8A-A9D8-AAD2-D4A48B87C661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6">
            <a:extLst>
              <a:ext uri="{FF2B5EF4-FFF2-40B4-BE49-F238E27FC236}">
                <a16:creationId xmlns:a16="http://schemas.microsoft.com/office/drawing/2014/main" id="{119DDBD6-D9A1-3EAB-1FC2-32270B8FD22F}"/>
              </a:ext>
            </a:extLst>
          </p:cNvPr>
          <p:cNvGrpSpPr/>
          <p:nvPr/>
        </p:nvGrpSpPr>
        <p:grpSpPr>
          <a:xfrm>
            <a:off x="360000" y="970402"/>
            <a:ext cx="5477787" cy="311948"/>
            <a:chOff x="360000" y="1171990"/>
            <a:chExt cx="5477787" cy="311948"/>
          </a:xfrm>
        </p:grpSpPr>
        <p:sp>
          <p:nvSpPr>
            <p:cNvPr id="181" name="Google Shape;181;p6">
              <a:extLst>
                <a:ext uri="{FF2B5EF4-FFF2-40B4-BE49-F238E27FC236}">
                  <a16:creationId xmlns:a16="http://schemas.microsoft.com/office/drawing/2014/main" id="{CDAE1272-920A-81E1-375C-28BBEAD10F7C}"/>
                </a:ext>
              </a:extLst>
            </p:cNvPr>
            <p:cNvSpPr/>
            <p:nvPr/>
          </p:nvSpPr>
          <p:spPr>
            <a:xfrm>
              <a:off x="36000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Quantile Verification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82" name="Google Shape;182;p6">
              <a:extLst>
                <a:ext uri="{FF2B5EF4-FFF2-40B4-BE49-F238E27FC236}">
                  <a16:creationId xmlns:a16="http://schemas.microsoft.com/office/drawing/2014/main" id="{F79C096F-DB5E-6EE6-8A38-F9C82ADE95A2}"/>
                </a:ext>
              </a:extLst>
            </p:cNvPr>
            <p:cNvCxnSpPr/>
            <p:nvPr/>
          </p:nvCxnSpPr>
          <p:spPr>
            <a:xfrm>
              <a:off x="365787" y="1479588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3" name="Google Shape;183;p6">
            <a:extLst>
              <a:ext uri="{FF2B5EF4-FFF2-40B4-BE49-F238E27FC236}">
                <a16:creationId xmlns:a16="http://schemas.microsoft.com/office/drawing/2014/main" id="{629D9877-5B2C-C836-2976-5F34493C6AF6}"/>
              </a:ext>
            </a:extLst>
          </p:cNvPr>
          <p:cNvGrpSpPr/>
          <p:nvPr/>
        </p:nvGrpSpPr>
        <p:grpSpPr>
          <a:xfrm>
            <a:off x="6361200" y="970402"/>
            <a:ext cx="5472000" cy="311948"/>
            <a:chOff x="360000" y="1171989"/>
            <a:chExt cx="3565389" cy="311949"/>
          </a:xfrm>
        </p:grpSpPr>
        <p:sp>
          <p:nvSpPr>
            <p:cNvPr id="184" name="Google Shape;184;p6">
              <a:extLst>
                <a:ext uri="{FF2B5EF4-FFF2-40B4-BE49-F238E27FC236}">
                  <a16:creationId xmlns:a16="http://schemas.microsoft.com/office/drawing/2014/main" id="{BBD390C5-7830-3DAE-02D8-E4212F0AA7F9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Quantile Performance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85" name="Google Shape;185;p6">
              <a:extLst>
                <a:ext uri="{FF2B5EF4-FFF2-40B4-BE49-F238E27FC236}">
                  <a16:creationId xmlns:a16="http://schemas.microsoft.com/office/drawing/2014/main" id="{89015D51-BF82-4B21-F3C2-16EE3EB1D186}"/>
                </a:ext>
              </a:extLst>
            </p:cNvPr>
            <p:cNvCxnSpPr/>
            <p:nvPr/>
          </p:nvCxnSpPr>
          <p:spPr>
            <a:xfrm>
              <a:off x="360000" y="1479588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EB6EDD1-BE9C-D6FD-47CF-79B7FC57DA0E}"/>
              </a:ext>
            </a:extLst>
          </p:cNvPr>
          <p:cNvGrpSpPr/>
          <p:nvPr/>
        </p:nvGrpSpPr>
        <p:grpSpPr>
          <a:xfrm>
            <a:off x="1030073" y="1463691"/>
            <a:ext cx="4876163" cy="2439308"/>
            <a:chOff x="1030073" y="1668883"/>
            <a:chExt cx="4876163" cy="2439308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B4A998D-CDF5-06EA-06AB-8005FB7EAB25}"/>
                </a:ext>
              </a:extLst>
            </p:cNvPr>
            <p:cNvGrpSpPr/>
            <p:nvPr/>
          </p:nvGrpSpPr>
          <p:grpSpPr>
            <a:xfrm>
              <a:off x="1030073" y="1668883"/>
              <a:ext cx="4494785" cy="250899"/>
              <a:chOff x="803746" y="1616063"/>
              <a:chExt cx="4494785" cy="250899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EEC766-B92E-EBAE-8A7C-A1C364BBEEB0}"/>
                  </a:ext>
                </a:extLst>
              </p:cNvPr>
              <p:cNvSpPr txBox="1"/>
              <p:nvPr/>
            </p:nvSpPr>
            <p:spPr>
              <a:xfrm>
                <a:off x="3566747" y="1616063"/>
                <a:ext cx="17317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Log Cumulative NAV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556AE0-F477-9835-ACFE-2A1522E74B7D}"/>
                  </a:ext>
                </a:extLst>
              </p:cNvPr>
              <p:cNvSpPr txBox="1"/>
              <p:nvPr/>
            </p:nvSpPr>
            <p:spPr>
              <a:xfrm>
                <a:off x="803746" y="1620741"/>
                <a:ext cx="16597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Cumulative NAV</a:t>
                </a: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E24C2BDC-1E6D-E999-FE19-EAC254A4EA3F}"/>
                  </a:ext>
                </a:extLst>
              </p:cNvPr>
              <p:cNvCxnSpPr/>
              <p:nvPr/>
            </p:nvCxnSpPr>
            <p:spPr>
              <a:xfrm>
                <a:off x="3703864" y="1805376"/>
                <a:ext cx="138793" cy="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6" name="차트 15">
              <a:extLst>
                <a:ext uri="{FF2B5EF4-FFF2-40B4-BE49-F238E27FC236}">
                  <a16:creationId xmlns:a16="http://schemas.microsoft.com/office/drawing/2014/main" id="{A3165C4D-CA1B-57FB-C24E-2131E682156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37836" y="1858191"/>
            <a:ext cx="2768400" cy="225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3D95A4A-0181-FA85-3B9B-0FA62FF226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5793" y="2163927"/>
              <a:ext cx="675955" cy="280096"/>
            </a:xfrm>
            <a:prstGeom prst="line">
              <a:avLst/>
            </a:prstGeom>
            <a:ln>
              <a:solidFill>
                <a:srgbClr val="9999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BD9A18C-301A-2C13-1484-9AA282E33337}"/>
                </a:ext>
              </a:extLst>
            </p:cNvPr>
            <p:cNvCxnSpPr>
              <a:cxnSpLocks/>
            </p:cNvCxnSpPr>
            <p:nvPr/>
          </p:nvCxnSpPr>
          <p:spPr>
            <a:xfrm>
              <a:off x="3945110" y="2158483"/>
              <a:ext cx="784790" cy="174113"/>
            </a:xfrm>
            <a:prstGeom prst="line">
              <a:avLst/>
            </a:prstGeom>
            <a:ln>
              <a:solidFill>
                <a:srgbClr val="9999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B0C7780-A877-1360-5477-590CAD044095}"/>
                </a:ext>
              </a:extLst>
            </p:cNvPr>
            <p:cNvSpPr/>
            <p:nvPr/>
          </p:nvSpPr>
          <p:spPr>
            <a:xfrm>
              <a:off x="3481748" y="2041354"/>
              <a:ext cx="463361" cy="234258"/>
            </a:xfrm>
            <a:prstGeom prst="rect">
              <a:avLst/>
            </a:prstGeom>
            <a:noFill/>
            <a:ln>
              <a:solidFill>
                <a:srgbClr val="99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Q5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87890BD-3FC6-18F7-2F24-FFDF347F4DF4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2839357" y="3494792"/>
              <a:ext cx="582024" cy="226488"/>
            </a:xfrm>
            <a:prstGeom prst="line">
              <a:avLst/>
            </a:prstGeom>
            <a:ln>
              <a:solidFill>
                <a:srgbClr val="FFC000"/>
              </a:solidFill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68B22A8-37C7-F3DE-1E1A-FB097FDB80E8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3884742" y="3377305"/>
              <a:ext cx="409178" cy="117487"/>
            </a:xfrm>
            <a:prstGeom prst="line">
              <a:avLst/>
            </a:prstGeom>
            <a:ln>
              <a:solidFill>
                <a:srgbClr val="FFC000"/>
              </a:solidFill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511C973-4268-E6BB-3EA8-E141CFA9E1A8}"/>
                </a:ext>
              </a:extLst>
            </p:cNvPr>
            <p:cNvSpPr/>
            <p:nvPr/>
          </p:nvSpPr>
          <p:spPr>
            <a:xfrm>
              <a:off x="3421381" y="3377663"/>
              <a:ext cx="463361" cy="234258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Q1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9" name="Google Shape;206;p12">
            <a:extLst>
              <a:ext uri="{FF2B5EF4-FFF2-40B4-BE49-F238E27FC236}">
                <a16:creationId xmlns:a16="http://schemas.microsoft.com/office/drawing/2014/main" id="{21CD3251-4C37-D4ED-2940-F1E1E8C7211F}"/>
              </a:ext>
            </a:extLst>
          </p:cNvPr>
          <p:cNvGraphicFramePr/>
          <p:nvPr/>
        </p:nvGraphicFramePr>
        <p:xfrm>
          <a:off x="6469883" y="1502967"/>
          <a:ext cx="5116050" cy="1097320"/>
        </p:xfrm>
        <a:graphic>
          <a:graphicData uri="http://schemas.openxmlformats.org/drawingml/2006/table">
            <a:tbl>
              <a:tblPr firstRow="1" bandRow="1"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{858D140D-615F-41ED-8C3F-11D4F702E26B}</a:tableStyleId>
              </a:tblPr>
              <a:tblGrid>
                <a:gridCol w="8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3965303533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663340319"/>
                    </a:ext>
                  </a:extLst>
                </a:gridCol>
              </a:tblGrid>
              <a:tr h="219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1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CAGR</a:t>
                      </a:r>
                      <a:endParaRPr sz="1200" b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-11.14%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3.58%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8.10%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8.55%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11.59%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1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Sharpe</a:t>
                      </a:r>
                      <a:endParaRPr sz="1200" b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-0.33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0.23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0.41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0.43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0.54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1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Final NAV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3.23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9.73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10.86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20.99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9E3FF373-486D-49E8-5F77-4707A8F3DEF1}"/>
              </a:ext>
            </a:extLst>
          </p:cNvPr>
          <p:cNvGrpSpPr/>
          <p:nvPr/>
        </p:nvGrpSpPr>
        <p:grpSpPr>
          <a:xfrm>
            <a:off x="6333444" y="2841797"/>
            <a:ext cx="5557775" cy="2748983"/>
            <a:chOff x="6355965" y="2763957"/>
            <a:chExt cx="5557775" cy="2748983"/>
          </a:xfrm>
        </p:grpSpPr>
        <p:grpSp>
          <p:nvGrpSpPr>
            <p:cNvPr id="25" name="Google Shape;183;p6">
              <a:extLst>
                <a:ext uri="{FF2B5EF4-FFF2-40B4-BE49-F238E27FC236}">
                  <a16:creationId xmlns:a16="http://schemas.microsoft.com/office/drawing/2014/main" id="{B2565F84-EEBF-5D55-3F40-8DF3AEA7DE52}"/>
                </a:ext>
              </a:extLst>
            </p:cNvPr>
            <p:cNvGrpSpPr/>
            <p:nvPr/>
          </p:nvGrpSpPr>
          <p:grpSpPr>
            <a:xfrm>
              <a:off x="6355965" y="2763957"/>
              <a:ext cx="5472000" cy="311948"/>
              <a:chOff x="360000" y="1171989"/>
              <a:chExt cx="3565389" cy="311949"/>
            </a:xfrm>
          </p:grpSpPr>
          <p:sp>
            <p:nvSpPr>
              <p:cNvPr id="27" name="Google Shape;184;p6">
                <a:extLst>
                  <a:ext uri="{FF2B5EF4-FFF2-40B4-BE49-F238E27FC236}">
                    <a16:creationId xmlns:a16="http://schemas.microsoft.com/office/drawing/2014/main" id="{482CB6A8-28AD-86DA-B2C0-ECB90DF8AD10}"/>
                  </a:ext>
                </a:extLst>
              </p:cNvPr>
              <p:cNvSpPr/>
              <p:nvPr/>
            </p:nvSpPr>
            <p:spPr>
              <a:xfrm>
                <a:off x="378085" y="1171989"/>
                <a:ext cx="3242469" cy="31194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accent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Heatmap</a:t>
                </a:r>
                <a:endParaRPr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</p:txBody>
          </p:sp>
          <p:cxnSp>
            <p:nvCxnSpPr>
              <p:cNvPr id="28" name="Google Shape;185;p6">
                <a:extLst>
                  <a:ext uri="{FF2B5EF4-FFF2-40B4-BE49-F238E27FC236}">
                    <a16:creationId xmlns:a16="http://schemas.microsoft.com/office/drawing/2014/main" id="{0A9FC13D-F1F9-FA13-A26F-5B6DEA6EC043}"/>
                  </a:ext>
                </a:extLst>
              </p:cNvPr>
              <p:cNvCxnSpPr/>
              <p:nvPr/>
            </p:nvCxnSpPr>
            <p:spPr>
              <a:xfrm>
                <a:off x="360000" y="1483938"/>
                <a:ext cx="3565389" cy="0"/>
              </a:xfrm>
              <a:prstGeom prst="straightConnector1">
                <a:avLst/>
              </a:prstGeom>
              <a:noFill/>
              <a:ln w="6667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pic>
          <p:nvPicPr>
            <p:cNvPr id="29" name="Google Shape;188;p6">
              <a:extLst>
                <a:ext uri="{FF2B5EF4-FFF2-40B4-BE49-F238E27FC236}">
                  <a16:creationId xmlns:a16="http://schemas.microsoft.com/office/drawing/2014/main" id="{1AA4D9AA-4547-7648-998E-2EFC78EC193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rcRect t="3801"/>
            <a:stretch>
              <a:fillRect/>
            </a:stretch>
          </p:blipFill>
          <p:spPr>
            <a:xfrm>
              <a:off x="6376746" y="3262946"/>
              <a:ext cx="2768400" cy="2239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E0BF687-8841-9086-DAE3-83DADAEC4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3351"/>
            <a:stretch>
              <a:fillRect/>
            </a:stretch>
          </p:blipFill>
          <p:spPr>
            <a:xfrm>
              <a:off x="9033194" y="3262945"/>
              <a:ext cx="2880546" cy="2249995"/>
            </a:xfrm>
            <a:prstGeom prst="rect">
              <a:avLst/>
            </a:prstGeom>
          </p:spPr>
        </p:pic>
      </p:grpSp>
      <p:graphicFrame>
        <p:nvGraphicFramePr>
          <p:cNvPr id="42" name="차트 41">
            <a:extLst>
              <a:ext uri="{FF2B5EF4-FFF2-40B4-BE49-F238E27FC236}">
                <a16:creationId xmlns:a16="http://schemas.microsoft.com/office/drawing/2014/main" id="{A23C8C9A-B296-1C72-E1D3-9B6CD0662374}"/>
              </a:ext>
            </a:extLst>
          </p:cNvPr>
          <p:cNvGraphicFramePr>
            <a:graphicFrameLocks/>
          </p:cNvGraphicFramePr>
          <p:nvPr/>
        </p:nvGraphicFramePr>
        <p:xfrm>
          <a:off x="370782" y="1656809"/>
          <a:ext cx="26496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0AB638C-C780-A32F-0A86-1351D0D8140B}"/>
              </a:ext>
            </a:extLst>
          </p:cNvPr>
          <p:cNvSpPr txBox="1"/>
          <p:nvPr/>
        </p:nvSpPr>
        <p:spPr>
          <a:xfrm>
            <a:off x="8148320" y="2650587"/>
            <a:ext cx="3437614" cy="311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2"/>
                </a:solidFill>
                <a:latin typeface="+mn-ea"/>
                <a:ea typeface="+mn-ea"/>
              </a:rPr>
              <a:t>*</a:t>
            </a:r>
            <a:r>
              <a:rPr lang="en-US" sz="1200" dirty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2001-01-01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의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NAV = 1</a:t>
            </a:r>
            <a:endParaRPr lang="en-US"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0C22EC-A4D1-950C-D627-01E83CB91732}"/>
              </a:ext>
            </a:extLst>
          </p:cNvPr>
          <p:cNvSpPr/>
          <p:nvPr/>
        </p:nvSpPr>
        <p:spPr>
          <a:xfrm>
            <a:off x="10732308" y="1535739"/>
            <a:ext cx="853625" cy="106348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251578-40FA-0F20-3AB1-709F219F9DD4}"/>
              </a:ext>
            </a:extLst>
          </p:cNvPr>
          <p:cNvSpPr/>
          <p:nvPr/>
        </p:nvSpPr>
        <p:spPr>
          <a:xfrm>
            <a:off x="360000" y="5745600"/>
            <a:ext cx="5472000" cy="3329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GP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가 유의미한 투자 신호로 작용한다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892E5E0-E4C1-93E4-0CF3-7264D8042F3E}"/>
              </a:ext>
            </a:extLst>
          </p:cNvPr>
          <p:cNvSpPr/>
          <p:nvPr/>
        </p:nvSpPr>
        <p:spPr>
          <a:xfrm>
            <a:off x="8248650" y="3352800"/>
            <a:ext cx="375285" cy="386738"/>
          </a:xfrm>
          <a:prstGeom prst="rect">
            <a:avLst/>
          </a:prstGeom>
          <a:solidFill>
            <a:srgbClr val="0830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50" b="1" dirty="0"/>
              <a:t>28.8%</a:t>
            </a:r>
            <a:endParaRPr lang="ko-KR" altLang="en-US" sz="45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DB0FEE-99A3-B081-B2EA-D3EE6FBC877A}"/>
              </a:ext>
            </a:extLst>
          </p:cNvPr>
          <p:cNvSpPr/>
          <p:nvPr/>
        </p:nvSpPr>
        <p:spPr>
          <a:xfrm>
            <a:off x="6360000" y="5745600"/>
            <a:ext cx="5472000" cy="3329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GP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팩터는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모든 시가총액 분위에서 일관된 성과를 보이는 강건한 전략이다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2EDFD10-FB07-1A43-3ECC-A13CAAD0EFC8}"/>
              </a:ext>
            </a:extLst>
          </p:cNvPr>
          <p:cNvSpPr/>
          <p:nvPr/>
        </p:nvSpPr>
        <p:spPr>
          <a:xfrm>
            <a:off x="360000" y="3983650"/>
            <a:ext cx="5472000" cy="1512312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값을 기준으로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분류한 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분위 포트폴리오는 수익률이 뚜렷하게 구분되며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상위 분위로 갈수록 높은 수익률을 보이는 단조 증가 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(monotonic)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구조를 가진다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Q1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GP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값 하위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20%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종목으로 구성된 포트폴리오</a:t>
            </a:r>
            <a:endParaRPr lang="en-US" altLang="ko-KR" sz="12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Q5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</a:t>
            </a:r>
            <a:r>
              <a:rPr lang="ko-KR" altLang="en-US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값 </a:t>
            </a:r>
            <a:r>
              <a:rPr lang="ko-KR" altLang="en-US" sz="1200" b="1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상위</a:t>
            </a:r>
            <a:r>
              <a:rPr lang="ko-KR" altLang="en-US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20% </a:t>
            </a:r>
            <a:r>
              <a:rPr lang="ko-KR" altLang="en-US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종목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구성된 포트폴리오</a:t>
            </a:r>
            <a:endParaRPr lang="en-US" altLang="ko-KR" sz="12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  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포트폴리오의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GP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값이 높아질수록 높은 수익률을 기록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584A71A-622C-8161-5B45-BCA36CD50D9B}"/>
              </a:ext>
            </a:extLst>
          </p:cNvPr>
          <p:cNvSpPr/>
          <p:nvPr/>
        </p:nvSpPr>
        <p:spPr>
          <a:xfrm>
            <a:off x="8255218" y="3352800"/>
            <a:ext cx="375285" cy="386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4E50542-4CAB-1558-38B8-C096ED8CCB27}"/>
              </a:ext>
            </a:extLst>
          </p:cNvPr>
          <p:cNvSpPr/>
          <p:nvPr/>
        </p:nvSpPr>
        <p:spPr>
          <a:xfrm>
            <a:off x="11068485" y="3346793"/>
            <a:ext cx="403425" cy="392746"/>
          </a:xfrm>
          <a:prstGeom prst="rect">
            <a:avLst/>
          </a:prstGeom>
          <a:solidFill>
            <a:srgbClr val="004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" b="1" dirty="0"/>
              <a:t>0.96</a:t>
            </a:r>
            <a:endParaRPr lang="ko-KR" altLang="en-US" sz="500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D85CFF5-E03E-3D7D-890B-3936E63FC6FF}"/>
              </a:ext>
            </a:extLst>
          </p:cNvPr>
          <p:cNvSpPr/>
          <p:nvPr/>
        </p:nvSpPr>
        <p:spPr>
          <a:xfrm>
            <a:off x="11076839" y="3348990"/>
            <a:ext cx="389356" cy="386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133DC5F8-5723-74B8-1700-7BD41388A9B8}"/>
              </a:ext>
            </a:extLst>
          </p:cNvPr>
          <p:cNvSpPr/>
          <p:nvPr/>
        </p:nvSpPr>
        <p:spPr>
          <a:xfrm flipV="1">
            <a:off x="1633770" y="5494454"/>
            <a:ext cx="3163421" cy="162293"/>
          </a:xfrm>
          <a:prstGeom prst="triangle">
            <a:avLst>
              <a:gd name="adj" fmla="val 49839"/>
            </a:avLst>
          </a:prstGeom>
          <a:gradFill>
            <a:gsLst>
              <a:gs pos="83000">
                <a:schemeClr val="bg1"/>
              </a:gs>
              <a:gs pos="37000">
                <a:srgbClr val="E4999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49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1C70BB46-6557-B9C4-A84A-91DD7F48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>
            <a:extLst>
              <a:ext uri="{FF2B5EF4-FFF2-40B4-BE49-F238E27FC236}">
                <a16:creationId xmlns:a16="http://schemas.microsoft.com/office/drawing/2014/main" id="{65297C0C-50F4-9AA4-D9CA-F073FDE5C8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sp>
        <p:nvSpPr>
          <p:cNvPr id="197" name="Google Shape;197;p12">
            <a:extLst>
              <a:ext uri="{FF2B5EF4-FFF2-40B4-BE49-F238E27FC236}">
                <a16:creationId xmlns:a16="http://schemas.microsoft.com/office/drawing/2014/main" id="{33E21901-53E5-C0F2-5A1D-C7CFC31F97F6}"/>
              </a:ext>
            </a:extLst>
          </p:cNvPr>
          <p:cNvSpPr txBox="1"/>
          <p:nvPr/>
        </p:nvSpPr>
        <p:spPr>
          <a:xfrm>
            <a:off x="334963" y="0"/>
            <a:ext cx="2484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02. Portfolio Construction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98" name="Google Shape;198;p12">
            <a:extLst>
              <a:ext uri="{FF2B5EF4-FFF2-40B4-BE49-F238E27FC236}">
                <a16:creationId xmlns:a16="http://schemas.microsoft.com/office/drawing/2014/main" id="{B9520EA8-3875-4E78-6C8D-F9085826752B}"/>
              </a:ext>
            </a:extLst>
          </p:cNvPr>
          <p:cNvSpPr txBox="1"/>
          <p:nvPr/>
        </p:nvSpPr>
        <p:spPr>
          <a:xfrm>
            <a:off x="512898" y="310575"/>
            <a:ext cx="4187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Regression Result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99" name="Google Shape;199;p12">
            <a:extLst>
              <a:ext uri="{FF2B5EF4-FFF2-40B4-BE49-F238E27FC236}">
                <a16:creationId xmlns:a16="http://schemas.microsoft.com/office/drawing/2014/main" id="{5421A5CC-3E01-5FB5-B55B-C47EA53B61BE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6" name="Google Shape;206;p12">
            <a:extLst>
              <a:ext uri="{FF2B5EF4-FFF2-40B4-BE49-F238E27FC236}">
                <a16:creationId xmlns:a16="http://schemas.microsoft.com/office/drawing/2014/main" id="{362624EC-0D1A-1F94-43B9-77014D7B35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1066652"/>
              </p:ext>
            </p:extLst>
          </p:nvPr>
        </p:nvGraphicFramePr>
        <p:xfrm>
          <a:off x="357436" y="1498082"/>
          <a:ext cx="5529280" cy="2233410"/>
        </p:xfrm>
        <a:graphic>
          <a:graphicData uri="http://schemas.openxmlformats.org/drawingml/2006/table">
            <a:tbl>
              <a:tblPr firstRow="1" bandRow="1">
                <a:tableStyleId>{858D140D-615F-41ED-8C3F-11D4F702E26B}</a:tableStyleId>
              </a:tblPr>
              <a:tblGrid>
                <a:gridCol w="138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Variable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coefficient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t-stat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P-value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Alpha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0.</a:t>
                      </a:r>
                      <a:r>
                        <a:rPr lang="en-US" sz="1200" dirty="0">
                          <a:sym typeface="Noto Sans KR"/>
                        </a:rPr>
                        <a:t>0072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4.563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MKT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sym typeface="Noto Sans KR"/>
                        </a:rPr>
                        <a:t>0.9710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sym typeface="Noto Sans KR"/>
                        </a:rPr>
                        <a:t>21.933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SMB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sym typeface="Noto Sans KR"/>
                        </a:rPr>
                        <a:t>0.8733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sym typeface="Noto Sans KR"/>
                        </a:rPr>
                        <a:t>20.401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HML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-0.1072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-2.408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sym typeface="Noto Sans KR"/>
                        </a:rPr>
                        <a:t>0.016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MOM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-0.0262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-0.470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0.638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55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R-squared : 0.</a:t>
                      </a:r>
                      <a:r>
                        <a:rPr lang="en-US" altLang="ko-KR" sz="1200" u="none" strike="noStrike" cap="none" dirty="0">
                          <a:sym typeface="Noto Sans KR"/>
                        </a:rPr>
                        <a:t>888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85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ym typeface="Noto Sans KR"/>
                        </a:rPr>
                        <a:t>Adj. R-squared : 0.</a:t>
                      </a:r>
                      <a:r>
                        <a:rPr lang="en-US" altLang="ko-KR" sz="1200" u="none" strike="noStrike" cap="none" dirty="0">
                          <a:sym typeface="Noto Sans KR"/>
                        </a:rPr>
                        <a:t>887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7" name="Google Shape;207;p12">
            <a:extLst>
              <a:ext uri="{FF2B5EF4-FFF2-40B4-BE49-F238E27FC236}">
                <a16:creationId xmlns:a16="http://schemas.microsoft.com/office/drawing/2014/main" id="{1C46F1CC-84B5-67FD-76BE-40B9D6CFC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5651865"/>
              </p:ext>
            </p:extLst>
          </p:nvPr>
        </p:nvGraphicFramePr>
        <p:xfrm>
          <a:off x="6361200" y="1498952"/>
          <a:ext cx="5472000" cy="2468970"/>
        </p:xfrm>
        <a:graphic>
          <a:graphicData uri="http://schemas.openxmlformats.org/drawingml/2006/table">
            <a:tbl>
              <a:tblPr firstRow="1" bandRow="1">
                <a:noFill/>
                <a:tableStyleId>{858D140D-615F-41ED-8C3F-11D4F702E26B}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9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Variable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coefficient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t-stat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P-value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Alpha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-0.0002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-0.134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0.893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MKT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0.9849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21.869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SMB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0.8819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25.139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HML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-0.1058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-2.639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MOM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-0.0811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-1.521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0.128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Factor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0.5073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7.045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69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R-squared : 0.9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697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Adj. R-squared : 0.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918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9" name="Google Shape;209;p12">
            <a:extLst>
              <a:ext uri="{FF2B5EF4-FFF2-40B4-BE49-F238E27FC236}">
                <a16:creationId xmlns:a16="http://schemas.microsoft.com/office/drawing/2014/main" id="{8678E5F8-CB8D-AF22-DC47-3C896E7B0047}"/>
              </a:ext>
            </a:extLst>
          </p:cNvPr>
          <p:cNvSpPr/>
          <p:nvPr/>
        </p:nvSpPr>
        <p:spPr>
          <a:xfrm>
            <a:off x="6511092" y="1820318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2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10" name="Google Shape;210;p12">
            <a:extLst>
              <a:ext uri="{FF2B5EF4-FFF2-40B4-BE49-F238E27FC236}">
                <a16:creationId xmlns:a16="http://schemas.microsoft.com/office/drawing/2014/main" id="{BDE78C9A-7ED4-E304-0FBC-B6066B40EADC}"/>
              </a:ext>
            </a:extLst>
          </p:cNvPr>
          <p:cNvSpPr/>
          <p:nvPr/>
        </p:nvSpPr>
        <p:spPr>
          <a:xfrm>
            <a:off x="6511092" y="3193200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4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11" name="Google Shape;211;p12">
            <a:extLst>
              <a:ext uri="{FF2B5EF4-FFF2-40B4-BE49-F238E27FC236}">
                <a16:creationId xmlns:a16="http://schemas.microsoft.com/office/drawing/2014/main" id="{F8AD6A10-6A09-D05C-B087-574E463D986C}"/>
              </a:ext>
            </a:extLst>
          </p:cNvPr>
          <p:cNvSpPr/>
          <p:nvPr/>
        </p:nvSpPr>
        <p:spPr>
          <a:xfrm>
            <a:off x="6736729" y="2190304"/>
            <a:ext cx="113029" cy="858501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>
            <a:extLst>
              <a:ext uri="{FF2B5EF4-FFF2-40B4-BE49-F238E27FC236}">
                <a16:creationId xmlns:a16="http://schemas.microsoft.com/office/drawing/2014/main" id="{8040C200-55FA-0425-3923-C63D9FBEC899}"/>
              </a:ext>
            </a:extLst>
          </p:cNvPr>
          <p:cNvSpPr/>
          <p:nvPr/>
        </p:nvSpPr>
        <p:spPr>
          <a:xfrm>
            <a:off x="6511092" y="2521356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3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13" name="Google Shape;213;p12">
            <a:extLst>
              <a:ext uri="{FF2B5EF4-FFF2-40B4-BE49-F238E27FC236}">
                <a16:creationId xmlns:a16="http://schemas.microsoft.com/office/drawing/2014/main" id="{3FFC137F-D590-7E63-AAFD-113F2ED81E0C}"/>
              </a:ext>
            </a:extLst>
          </p:cNvPr>
          <p:cNvSpPr/>
          <p:nvPr/>
        </p:nvSpPr>
        <p:spPr>
          <a:xfrm>
            <a:off x="8054273" y="3732440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>
            <a:extLst>
              <a:ext uri="{FF2B5EF4-FFF2-40B4-BE49-F238E27FC236}">
                <a16:creationId xmlns:a16="http://schemas.microsoft.com/office/drawing/2014/main" id="{10F50A02-2BAF-4F20-3021-DE46E3AABD67}"/>
              </a:ext>
            </a:extLst>
          </p:cNvPr>
          <p:cNvSpPr/>
          <p:nvPr/>
        </p:nvSpPr>
        <p:spPr>
          <a:xfrm>
            <a:off x="357437" y="4150601"/>
            <a:ext cx="5472000" cy="1983262"/>
          </a:xfrm>
          <a:prstGeom prst="rect">
            <a:avLst/>
          </a:prstGeom>
          <a:noFill/>
          <a:ln w="19050" cap="flat" cmpd="sng">
            <a:solidFill>
              <a:srgbClr val="982A2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Alpha는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다른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회귀변수로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설명되지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않는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초과수익률을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의미한다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.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스프레드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회귀분석에서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월 </a:t>
            </a:r>
            <a:r>
              <a:rPr lang="en-US" altLang="ko-KR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0.72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%,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연율화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약 8</a:t>
            </a:r>
            <a:r>
              <a:rPr lang="en-US" altLang="ko-KR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.99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%의       </a:t>
            </a:r>
            <a:r>
              <a:rPr lang="en-US" sz="1200" b="1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Alpha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가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존재한다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.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 </a:t>
            </a:r>
            <a:r>
              <a:rPr lang="en-US" sz="1200" b="1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Alpha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값이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-</a:t>
            </a:r>
            <a:r>
              <a:rPr lang="en-US" altLang="ko-KR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0.0002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, P-value 0.893로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통계적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유의성을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잃게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되는데</a:t>
            </a:r>
            <a:endParaRPr sz="1200" dirty="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이는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     </a:t>
            </a:r>
            <a:r>
              <a:rPr lang="en-US" sz="1200" b="1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Factor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값이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0.5073, P-value 0으로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유의미한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회귀변수로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작용하면서</a:t>
            </a:r>
            <a:endParaRPr sz="1200" dirty="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Portfolio의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초과수익률은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GP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팩터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노출로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설명됨을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의미한다</a:t>
            </a:r>
            <a:r>
              <a: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. </a:t>
            </a:r>
            <a:endParaRPr sz="1200" dirty="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15" name="Google Shape;215;p12">
            <a:extLst>
              <a:ext uri="{FF2B5EF4-FFF2-40B4-BE49-F238E27FC236}">
                <a16:creationId xmlns:a16="http://schemas.microsoft.com/office/drawing/2014/main" id="{662835D9-BF40-9C09-E8DC-FBBB4DAF74E3}"/>
              </a:ext>
            </a:extLst>
          </p:cNvPr>
          <p:cNvSpPr/>
          <p:nvPr/>
        </p:nvSpPr>
        <p:spPr>
          <a:xfrm>
            <a:off x="357437" y="4163617"/>
            <a:ext cx="1596550" cy="286245"/>
          </a:xfrm>
          <a:prstGeom prst="rect">
            <a:avLst/>
          </a:prstGeom>
          <a:solidFill>
            <a:srgbClr val="982A2F"/>
          </a:solidFill>
          <a:ln w="19050" cap="flat" cmpd="sng">
            <a:solidFill>
              <a:srgbClr val="982A2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Alpha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4F3BA5-C07B-13CB-93FE-06674632739A}"/>
              </a:ext>
            </a:extLst>
          </p:cNvPr>
          <p:cNvGrpSpPr/>
          <p:nvPr/>
        </p:nvGrpSpPr>
        <p:grpSpPr>
          <a:xfrm>
            <a:off x="383551" y="4176638"/>
            <a:ext cx="387078" cy="176981"/>
            <a:chOff x="383551" y="4176638"/>
            <a:chExt cx="387078" cy="176981"/>
          </a:xfrm>
        </p:grpSpPr>
        <p:sp>
          <p:nvSpPr>
            <p:cNvPr id="216" name="Google Shape;216;p12">
              <a:extLst>
                <a:ext uri="{FF2B5EF4-FFF2-40B4-BE49-F238E27FC236}">
                  <a16:creationId xmlns:a16="http://schemas.microsoft.com/office/drawing/2014/main" id="{31EA9769-5A9D-0BE2-7042-96C503F5079B}"/>
                </a:ext>
              </a:extLst>
            </p:cNvPr>
            <p:cNvSpPr/>
            <p:nvPr/>
          </p:nvSpPr>
          <p:spPr>
            <a:xfrm>
              <a:off x="383551" y="4176638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982A2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1" dirty="0">
                <a:solidFill>
                  <a:srgbClr val="982A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2">
              <a:extLst>
                <a:ext uri="{FF2B5EF4-FFF2-40B4-BE49-F238E27FC236}">
                  <a16:creationId xmlns:a16="http://schemas.microsoft.com/office/drawing/2014/main" id="{A6874978-FA45-6370-3A12-002FCD99950B}"/>
                </a:ext>
              </a:extLst>
            </p:cNvPr>
            <p:cNvSpPr/>
            <p:nvPr/>
          </p:nvSpPr>
          <p:spPr>
            <a:xfrm>
              <a:off x="593649" y="4176638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982A2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1" dirty="0">
                <a:solidFill>
                  <a:srgbClr val="982A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12">
            <a:extLst>
              <a:ext uri="{FF2B5EF4-FFF2-40B4-BE49-F238E27FC236}">
                <a16:creationId xmlns:a16="http://schemas.microsoft.com/office/drawing/2014/main" id="{8630CF44-08E5-8012-95E7-0FC3FEA85486}"/>
              </a:ext>
            </a:extLst>
          </p:cNvPr>
          <p:cNvGrpSpPr/>
          <p:nvPr/>
        </p:nvGrpSpPr>
        <p:grpSpPr>
          <a:xfrm>
            <a:off x="6360518" y="4150599"/>
            <a:ext cx="5473363" cy="1978739"/>
            <a:chOff x="6382800" y="4163601"/>
            <a:chExt cx="5473363" cy="1887253"/>
          </a:xfrm>
        </p:grpSpPr>
        <p:sp>
          <p:nvSpPr>
            <p:cNvPr id="219" name="Google Shape;219;p12">
              <a:extLst>
                <a:ext uri="{FF2B5EF4-FFF2-40B4-BE49-F238E27FC236}">
                  <a16:creationId xmlns:a16="http://schemas.microsoft.com/office/drawing/2014/main" id="{9B42ABEF-18ED-86EE-AAC3-A7B5A28327F4}"/>
                </a:ext>
              </a:extLst>
            </p:cNvPr>
            <p:cNvSpPr/>
            <p:nvPr/>
          </p:nvSpPr>
          <p:spPr>
            <a:xfrm>
              <a:off x="6384163" y="4163601"/>
              <a:ext cx="5472000" cy="889990"/>
            </a:xfrm>
            <a:prstGeom prst="rect">
              <a:avLst/>
            </a:prstGeom>
            <a:noFill/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440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lvl="0" algn="ctr"/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MKT = </a:t>
              </a: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0.9849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/ 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SMB = </a:t>
              </a: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0.8819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/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HML = -</a:t>
              </a: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0.1058</a:t>
              </a:r>
              <a:endParaRPr lang="en-US" altLang="ko-KR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강한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시장</a:t>
              </a:r>
              <a:r>
                <a:rPr lang="ko-KR" alt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과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소형주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노출정도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약한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성장주</a:t>
              </a:r>
              <a:r>
                <a:rPr lang="ko-KR" alt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라는 것을 알 수 있다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.</a:t>
              </a: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20" name="Google Shape;220;p12">
              <a:extLst>
                <a:ext uri="{FF2B5EF4-FFF2-40B4-BE49-F238E27FC236}">
                  <a16:creationId xmlns:a16="http://schemas.microsoft.com/office/drawing/2014/main" id="{15F8E670-F1F6-CFD0-BCC9-0FE0A90798AC}"/>
                </a:ext>
              </a:extLst>
            </p:cNvPr>
            <p:cNvSpPr/>
            <p:nvPr/>
          </p:nvSpPr>
          <p:spPr>
            <a:xfrm>
              <a:off x="6382800" y="4180862"/>
              <a:ext cx="1598400" cy="294925"/>
            </a:xfrm>
            <a:prstGeom prst="rect">
              <a:avLst/>
            </a:prstGeom>
            <a:solidFill>
              <a:srgbClr val="982A2F"/>
            </a:solidFill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FF3 + MOM</a:t>
              </a:r>
              <a:endParaRPr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21" name="Google Shape;221;p12">
              <a:extLst>
                <a:ext uri="{FF2B5EF4-FFF2-40B4-BE49-F238E27FC236}">
                  <a16:creationId xmlns:a16="http://schemas.microsoft.com/office/drawing/2014/main" id="{523A2B97-D1D4-FD98-FBCA-996699424F84}"/>
                </a:ext>
              </a:extLst>
            </p:cNvPr>
            <p:cNvSpPr/>
            <p:nvPr/>
          </p:nvSpPr>
          <p:spPr>
            <a:xfrm>
              <a:off x="6417281" y="4193712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982A2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3</a:t>
              </a:r>
              <a:endParaRPr sz="1200" b="1" dirty="0">
                <a:solidFill>
                  <a:srgbClr val="982A2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grpSp>
          <p:nvGrpSpPr>
            <p:cNvPr id="222" name="Google Shape;222;p12">
              <a:extLst>
                <a:ext uri="{FF2B5EF4-FFF2-40B4-BE49-F238E27FC236}">
                  <a16:creationId xmlns:a16="http://schemas.microsoft.com/office/drawing/2014/main" id="{118CB126-7A69-F3C7-8827-B186FFC88840}"/>
                </a:ext>
              </a:extLst>
            </p:cNvPr>
            <p:cNvGrpSpPr/>
            <p:nvPr/>
          </p:nvGrpSpPr>
          <p:grpSpPr>
            <a:xfrm>
              <a:off x="6382800" y="5235480"/>
              <a:ext cx="5472000" cy="815374"/>
              <a:chOff x="359996" y="4042309"/>
              <a:chExt cx="5472000" cy="815374"/>
            </a:xfrm>
          </p:grpSpPr>
          <p:sp>
            <p:nvSpPr>
              <p:cNvPr id="223" name="Google Shape;223;p12">
                <a:extLst>
                  <a:ext uri="{FF2B5EF4-FFF2-40B4-BE49-F238E27FC236}">
                    <a16:creationId xmlns:a16="http://schemas.microsoft.com/office/drawing/2014/main" id="{118DE6B5-A349-4FD3-7388-D897ED1971AB}"/>
                  </a:ext>
                </a:extLst>
              </p:cNvPr>
              <p:cNvSpPr/>
              <p:nvPr/>
            </p:nvSpPr>
            <p:spPr>
              <a:xfrm>
                <a:off x="359996" y="4042309"/>
                <a:ext cx="5472000" cy="815374"/>
              </a:xfrm>
              <a:prstGeom prst="rect">
                <a:avLst/>
              </a:prstGeom>
              <a:noFill/>
              <a:ln w="19050" cap="flat" cmpd="sng">
                <a:solidFill>
                  <a:srgbClr val="982A2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9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회귀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모형의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설명</a:t>
                </a:r>
                <a:r>
                  <a:rPr lang="ko-KR" alt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력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이 </a:t>
                </a:r>
                <a:r>
                  <a:rPr lang="en-US" sz="1200" b="1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0.9</a:t>
                </a:r>
                <a:r>
                  <a:rPr lang="en-US" altLang="ko-KR" sz="1200" b="1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18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로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매우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높게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확보되어</a:t>
                </a:r>
                <a:endParaRPr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GP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팩터를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통해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전략의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수익을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설명함</a:t>
                </a:r>
                <a:r>
                  <a:rPr lang="ko-KR" alt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이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통계적으로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입증</a:t>
                </a:r>
                <a:r>
                  <a:rPr lang="ko-KR" alt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되었다</a:t>
                </a:r>
                <a:r>
                  <a:rPr lang="en-US" altLang="ko-KR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.</a:t>
                </a:r>
                <a:endParaRPr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</p:txBody>
          </p:sp>
          <p:sp>
            <p:nvSpPr>
              <p:cNvPr id="224" name="Google Shape;224;p12">
                <a:extLst>
                  <a:ext uri="{FF2B5EF4-FFF2-40B4-BE49-F238E27FC236}">
                    <a16:creationId xmlns:a16="http://schemas.microsoft.com/office/drawing/2014/main" id="{A0B6B118-04E5-083E-6B34-14200A53745C}"/>
                  </a:ext>
                </a:extLst>
              </p:cNvPr>
              <p:cNvSpPr/>
              <p:nvPr/>
            </p:nvSpPr>
            <p:spPr>
              <a:xfrm>
                <a:off x="359996" y="4060358"/>
                <a:ext cx="1598400" cy="312974"/>
              </a:xfrm>
              <a:prstGeom prst="rect">
                <a:avLst/>
              </a:prstGeom>
              <a:solidFill>
                <a:srgbClr val="982A2F"/>
              </a:solidFill>
              <a:ln w="19050" cap="flat" cmpd="sng">
                <a:solidFill>
                  <a:srgbClr val="982A2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chemeClr val="lt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Adj. R-squared</a:t>
                </a:r>
                <a:endParaRPr sz="1200" b="1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</p:txBody>
          </p:sp>
          <p:sp>
            <p:nvSpPr>
              <p:cNvPr id="225" name="Google Shape;225;p12">
                <a:extLst>
                  <a:ext uri="{FF2B5EF4-FFF2-40B4-BE49-F238E27FC236}">
                    <a16:creationId xmlns:a16="http://schemas.microsoft.com/office/drawing/2014/main" id="{193CA34C-57AF-BEF7-80B8-B639E0297498}"/>
                  </a:ext>
                </a:extLst>
              </p:cNvPr>
              <p:cNvSpPr/>
              <p:nvPr/>
            </p:nvSpPr>
            <p:spPr>
              <a:xfrm>
                <a:off x="389034" y="4077529"/>
                <a:ext cx="176980" cy="1769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rgbClr val="982A2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5</a:t>
                </a:r>
                <a:endParaRPr sz="1200" b="1" dirty="0">
                  <a:solidFill>
                    <a:srgbClr val="982A2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</p:txBody>
          </p:sp>
        </p:grpSp>
      </p:grpSp>
      <p:sp>
        <p:nvSpPr>
          <p:cNvPr id="226" name="Google Shape;226;p12">
            <a:extLst>
              <a:ext uri="{FF2B5EF4-FFF2-40B4-BE49-F238E27FC236}">
                <a16:creationId xmlns:a16="http://schemas.microsoft.com/office/drawing/2014/main" id="{A5E72BCC-2894-4FC4-1CA4-E05D5D78133C}"/>
              </a:ext>
            </a:extLst>
          </p:cNvPr>
          <p:cNvSpPr/>
          <p:nvPr/>
        </p:nvSpPr>
        <p:spPr>
          <a:xfrm>
            <a:off x="4078993" y="4925040"/>
            <a:ext cx="177000" cy="177000"/>
          </a:xfrm>
          <a:prstGeom prst="rect">
            <a:avLst/>
          </a:prstGeom>
          <a:solidFill>
            <a:srgbClr val="982A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1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27" name="Google Shape;227;p12">
            <a:extLst>
              <a:ext uri="{FF2B5EF4-FFF2-40B4-BE49-F238E27FC236}">
                <a16:creationId xmlns:a16="http://schemas.microsoft.com/office/drawing/2014/main" id="{AFBA8E56-44F9-E390-BC3A-70C662910115}"/>
              </a:ext>
            </a:extLst>
          </p:cNvPr>
          <p:cNvSpPr/>
          <p:nvPr/>
        </p:nvSpPr>
        <p:spPr>
          <a:xfrm>
            <a:off x="1038396" y="5476790"/>
            <a:ext cx="177000" cy="177000"/>
          </a:xfrm>
          <a:prstGeom prst="rect">
            <a:avLst/>
          </a:prstGeom>
          <a:solidFill>
            <a:srgbClr val="982A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4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28" name="Google Shape;228;p12">
            <a:extLst>
              <a:ext uri="{FF2B5EF4-FFF2-40B4-BE49-F238E27FC236}">
                <a16:creationId xmlns:a16="http://schemas.microsoft.com/office/drawing/2014/main" id="{0A4A2282-DDA8-752B-B0F6-26B8844E541C}"/>
              </a:ext>
            </a:extLst>
          </p:cNvPr>
          <p:cNvSpPr/>
          <p:nvPr/>
        </p:nvSpPr>
        <p:spPr>
          <a:xfrm>
            <a:off x="841781" y="5195486"/>
            <a:ext cx="177000" cy="177000"/>
          </a:xfrm>
          <a:prstGeom prst="rect">
            <a:avLst/>
          </a:prstGeom>
          <a:solidFill>
            <a:srgbClr val="982A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2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B7620-7D2A-5705-79F8-20BE6FDC7B71}"/>
              </a:ext>
            </a:extLst>
          </p:cNvPr>
          <p:cNvSpPr txBox="1"/>
          <p:nvPr/>
        </p:nvSpPr>
        <p:spPr>
          <a:xfrm>
            <a:off x="899837" y="3737878"/>
            <a:ext cx="49868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982A2F"/>
                </a:solidFill>
                <a:latin typeface="+mn-ea"/>
                <a:ea typeface="+mn-ea"/>
              </a:rPr>
              <a:t>*</a:t>
            </a:r>
            <a:r>
              <a:rPr lang="en-US" altLang="ko-KR" sz="1100" dirty="0">
                <a:latin typeface="+mn-ea"/>
                <a:ea typeface="+mn-ea"/>
              </a:rPr>
              <a:t> Carhart 4-factor: MKT(</a:t>
            </a:r>
            <a:r>
              <a:rPr lang="ko-KR" altLang="en-US" sz="1100" dirty="0">
                <a:latin typeface="+mn-ea"/>
                <a:ea typeface="+mn-ea"/>
              </a:rPr>
              <a:t>시장효과</a:t>
            </a:r>
            <a:r>
              <a:rPr lang="en-US" altLang="ko-KR" sz="1100" dirty="0">
                <a:latin typeface="+mn-ea"/>
                <a:ea typeface="+mn-ea"/>
              </a:rPr>
              <a:t>), SMB(</a:t>
            </a:r>
            <a:r>
              <a:rPr lang="ko-KR" altLang="en-US" sz="1100" dirty="0">
                <a:latin typeface="+mn-ea"/>
                <a:ea typeface="+mn-ea"/>
              </a:rPr>
              <a:t>규모효과</a:t>
            </a:r>
            <a:r>
              <a:rPr lang="en-US" altLang="ko-KR" sz="1100" dirty="0">
                <a:latin typeface="+mn-ea"/>
                <a:ea typeface="+mn-ea"/>
              </a:rPr>
              <a:t>), HML(</a:t>
            </a:r>
            <a:r>
              <a:rPr lang="ko-KR" altLang="en-US" sz="1100" dirty="0">
                <a:latin typeface="+mn-ea"/>
                <a:ea typeface="+mn-ea"/>
              </a:rPr>
              <a:t>가치효과</a:t>
            </a:r>
            <a:r>
              <a:rPr lang="en-US" altLang="ko-KR" sz="1100" dirty="0">
                <a:latin typeface="+mn-ea"/>
                <a:ea typeface="+mn-ea"/>
              </a:rPr>
              <a:t>), MOM(</a:t>
            </a:r>
            <a:r>
              <a:rPr lang="ko-KR" altLang="en-US" sz="1100" dirty="0">
                <a:latin typeface="+mn-ea"/>
                <a:ea typeface="+mn-ea"/>
              </a:rPr>
              <a:t>모멘텀</a:t>
            </a:r>
            <a:r>
              <a:rPr lang="en-US" altLang="ko-KR" sz="1100" dirty="0">
                <a:latin typeface="+mn-ea"/>
                <a:ea typeface="+mn-ea"/>
              </a:rPr>
              <a:t>)</a:t>
            </a:r>
          </a:p>
        </p:txBody>
      </p:sp>
      <p:grpSp>
        <p:nvGrpSpPr>
          <p:cNvPr id="7" name="Google Shape;183;p6">
            <a:extLst>
              <a:ext uri="{FF2B5EF4-FFF2-40B4-BE49-F238E27FC236}">
                <a16:creationId xmlns:a16="http://schemas.microsoft.com/office/drawing/2014/main" id="{EA8EC753-19CF-6522-2DB0-DD21DAFDD0AA}"/>
              </a:ext>
            </a:extLst>
          </p:cNvPr>
          <p:cNvGrpSpPr/>
          <p:nvPr/>
        </p:nvGrpSpPr>
        <p:grpSpPr>
          <a:xfrm>
            <a:off x="6361200" y="970402"/>
            <a:ext cx="5472000" cy="311948"/>
            <a:chOff x="360000" y="1171989"/>
            <a:chExt cx="3565389" cy="311949"/>
          </a:xfrm>
        </p:grpSpPr>
        <p:sp>
          <p:nvSpPr>
            <p:cNvPr id="8" name="Google Shape;184;p6">
              <a:extLst>
                <a:ext uri="{FF2B5EF4-FFF2-40B4-BE49-F238E27FC236}">
                  <a16:creationId xmlns:a16="http://schemas.microsoft.com/office/drawing/2014/main" id="{74158300-7941-3EA5-1C32-8666E917613F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lvl="0"/>
              <a:r>
                <a:rPr lang="en-US" altLang="ko-KR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Factor-Adjusted OLS (GP only)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9" name="Google Shape;185;p6">
              <a:extLst>
                <a:ext uri="{FF2B5EF4-FFF2-40B4-BE49-F238E27FC236}">
                  <a16:creationId xmlns:a16="http://schemas.microsoft.com/office/drawing/2014/main" id="{29D0031B-AC54-C1E1-E0AE-0A67FFB199E1}"/>
                </a:ext>
              </a:extLst>
            </p:cNvPr>
            <p:cNvCxnSpPr/>
            <p:nvPr/>
          </p:nvCxnSpPr>
          <p:spPr>
            <a:xfrm>
              <a:off x="360000" y="1479588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" name="Google Shape;180;p6">
            <a:extLst>
              <a:ext uri="{FF2B5EF4-FFF2-40B4-BE49-F238E27FC236}">
                <a16:creationId xmlns:a16="http://schemas.microsoft.com/office/drawing/2014/main" id="{833E1966-69CF-9A6D-2154-280DD1F7B618}"/>
              </a:ext>
            </a:extLst>
          </p:cNvPr>
          <p:cNvGrpSpPr/>
          <p:nvPr/>
        </p:nvGrpSpPr>
        <p:grpSpPr>
          <a:xfrm>
            <a:off x="360000" y="970402"/>
            <a:ext cx="5536637" cy="311948"/>
            <a:chOff x="301150" y="1171990"/>
            <a:chExt cx="5536637" cy="311948"/>
          </a:xfrm>
        </p:grpSpPr>
        <p:sp>
          <p:nvSpPr>
            <p:cNvPr id="13" name="Google Shape;181;p6">
              <a:extLst>
                <a:ext uri="{FF2B5EF4-FFF2-40B4-BE49-F238E27FC236}">
                  <a16:creationId xmlns:a16="http://schemas.microsoft.com/office/drawing/2014/main" id="{021BA540-0142-F714-E163-524ABEBA22D3}"/>
                </a:ext>
              </a:extLst>
            </p:cNvPr>
            <p:cNvSpPr/>
            <p:nvPr/>
          </p:nvSpPr>
          <p:spPr>
            <a:xfrm>
              <a:off x="326187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r>
                <a:rPr lang="en-US" altLang="ko-KR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Carhart 4-factor* OLS</a:t>
              </a:r>
            </a:p>
          </p:txBody>
        </p:sp>
        <p:cxnSp>
          <p:nvCxnSpPr>
            <p:cNvPr id="14" name="Google Shape;182;p6">
              <a:extLst>
                <a:ext uri="{FF2B5EF4-FFF2-40B4-BE49-F238E27FC236}">
                  <a16:creationId xmlns:a16="http://schemas.microsoft.com/office/drawing/2014/main" id="{65E9A487-7F7B-6AC5-5809-3FEE5191BCD3}"/>
                </a:ext>
              </a:extLst>
            </p:cNvPr>
            <p:cNvCxnSpPr>
              <a:cxnSpLocks/>
            </p:cNvCxnSpPr>
            <p:nvPr/>
          </p:nvCxnSpPr>
          <p:spPr>
            <a:xfrm>
              <a:off x="301150" y="1479588"/>
              <a:ext cx="5536637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67877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44AACD7F-54DD-7D94-5AA8-A16989DA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차트 36">
            <a:extLst>
              <a:ext uri="{FF2B5EF4-FFF2-40B4-BE49-F238E27FC236}">
                <a16:creationId xmlns:a16="http://schemas.microsoft.com/office/drawing/2014/main" id="{7D648276-F37E-F711-2EA3-25CEFCFDB5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7650437"/>
              </p:ext>
            </p:extLst>
          </p:nvPr>
        </p:nvGraphicFramePr>
        <p:xfrm>
          <a:off x="3139200" y="1585599"/>
          <a:ext cx="2768400" cy="2315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80033CEA-5AAB-3CE8-7E8F-19CF09CE85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6798205"/>
              </p:ext>
            </p:extLst>
          </p:nvPr>
        </p:nvGraphicFramePr>
        <p:xfrm>
          <a:off x="370800" y="1568760"/>
          <a:ext cx="2649600" cy="2339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5" name="그림 34">
            <a:extLst>
              <a:ext uri="{FF2B5EF4-FFF2-40B4-BE49-F238E27FC236}">
                <a16:creationId xmlns:a16="http://schemas.microsoft.com/office/drawing/2014/main" id="{92352BD3-4B17-7549-59F4-FC14BE68A5E2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rcRect t="3312"/>
          <a:stretch>
            <a:fillRect/>
          </a:stretch>
        </p:blipFill>
        <p:spPr>
          <a:xfrm>
            <a:off x="9010800" y="3340800"/>
            <a:ext cx="2880000" cy="225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CC54E02-E6C7-583F-4585-10EDAB6FBDF4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rcRect t="3090"/>
          <a:stretch>
            <a:fillRect/>
          </a:stretch>
        </p:blipFill>
        <p:spPr>
          <a:xfrm>
            <a:off x="6354000" y="3340800"/>
            <a:ext cx="2768400" cy="2239200"/>
          </a:xfrm>
          <a:prstGeom prst="rect">
            <a:avLst/>
          </a:prstGeom>
        </p:spPr>
      </p:pic>
      <p:sp>
        <p:nvSpPr>
          <p:cNvPr id="176" name="Google Shape;176;p6">
            <a:extLst>
              <a:ext uri="{FF2B5EF4-FFF2-40B4-BE49-F238E27FC236}">
                <a16:creationId xmlns:a16="http://schemas.microsoft.com/office/drawing/2014/main" id="{DA2FEC27-1654-FB37-08C0-7BA93AD99D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7" name="Google Shape;177;p6">
            <a:extLst>
              <a:ext uri="{FF2B5EF4-FFF2-40B4-BE49-F238E27FC236}">
                <a16:creationId xmlns:a16="http://schemas.microsoft.com/office/drawing/2014/main" id="{C304B62A-CD96-5B94-E2FA-754023A3787A}"/>
              </a:ext>
            </a:extLst>
          </p:cNvPr>
          <p:cNvSpPr txBox="1"/>
          <p:nvPr/>
        </p:nvSpPr>
        <p:spPr>
          <a:xfrm>
            <a:off x="334963" y="0"/>
            <a:ext cx="248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02. Portfolio Construction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78" name="Google Shape;178;p6">
            <a:extLst>
              <a:ext uri="{FF2B5EF4-FFF2-40B4-BE49-F238E27FC236}">
                <a16:creationId xmlns:a16="http://schemas.microsoft.com/office/drawing/2014/main" id="{09954C76-0BC0-0F61-8D38-9332431BD4CB}"/>
              </a:ext>
            </a:extLst>
          </p:cNvPr>
          <p:cNvSpPr txBox="1"/>
          <p:nvPr/>
        </p:nvSpPr>
        <p:spPr>
          <a:xfrm>
            <a:off x="512898" y="310575"/>
            <a:ext cx="8115482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Portfolio Construction </a:t>
            </a:r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(IVOL only)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79" name="Google Shape;179;p6">
            <a:extLst>
              <a:ext uri="{FF2B5EF4-FFF2-40B4-BE49-F238E27FC236}">
                <a16:creationId xmlns:a16="http://schemas.microsoft.com/office/drawing/2014/main" id="{80EFB959-4680-DD8D-B77D-20AB56C9E796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6">
            <a:extLst>
              <a:ext uri="{FF2B5EF4-FFF2-40B4-BE49-F238E27FC236}">
                <a16:creationId xmlns:a16="http://schemas.microsoft.com/office/drawing/2014/main" id="{58967E07-8572-10ED-0D5B-1E889E854274}"/>
              </a:ext>
            </a:extLst>
          </p:cNvPr>
          <p:cNvGrpSpPr/>
          <p:nvPr/>
        </p:nvGrpSpPr>
        <p:grpSpPr>
          <a:xfrm>
            <a:off x="360000" y="970402"/>
            <a:ext cx="5513070" cy="311948"/>
            <a:chOff x="318930" y="1171990"/>
            <a:chExt cx="5513070" cy="311948"/>
          </a:xfrm>
        </p:grpSpPr>
        <p:sp>
          <p:nvSpPr>
            <p:cNvPr id="181" name="Google Shape;181;p6">
              <a:extLst>
                <a:ext uri="{FF2B5EF4-FFF2-40B4-BE49-F238E27FC236}">
                  <a16:creationId xmlns:a16="http://schemas.microsoft.com/office/drawing/2014/main" id="{05CDAAE6-E92C-6632-67FC-2DD6AC9DA20B}"/>
                </a:ext>
              </a:extLst>
            </p:cNvPr>
            <p:cNvSpPr/>
            <p:nvPr/>
          </p:nvSpPr>
          <p:spPr>
            <a:xfrm>
              <a:off x="31893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Quantile Verification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82" name="Google Shape;182;p6">
              <a:extLst>
                <a:ext uri="{FF2B5EF4-FFF2-40B4-BE49-F238E27FC236}">
                  <a16:creationId xmlns:a16="http://schemas.microsoft.com/office/drawing/2014/main" id="{0E2A5279-1247-1A82-F12C-6E3B1743ABBE}"/>
                </a:ext>
              </a:extLst>
            </p:cNvPr>
            <p:cNvCxnSpPr/>
            <p:nvPr/>
          </p:nvCxnSpPr>
          <p:spPr>
            <a:xfrm>
              <a:off x="360000" y="1479588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3" name="Google Shape;183;p6">
            <a:extLst>
              <a:ext uri="{FF2B5EF4-FFF2-40B4-BE49-F238E27FC236}">
                <a16:creationId xmlns:a16="http://schemas.microsoft.com/office/drawing/2014/main" id="{1E374B37-6C2E-E5ED-BB48-DC784CEF8803}"/>
              </a:ext>
            </a:extLst>
          </p:cNvPr>
          <p:cNvGrpSpPr/>
          <p:nvPr/>
        </p:nvGrpSpPr>
        <p:grpSpPr>
          <a:xfrm>
            <a:off x="6333444" y="970402"/>
            <a:ext cx="5472000" cy="311948"/>
            <a:chOff x="360000" y="1171989"/>
            <a:chExt cx="3565389" cy="311949"/>
          </a:xfrm>
        </p:grpSpPr>
        <p:sp>
          <p:nvSpPr>
            <p:cNvPr id="184" name="Google Shape;184;p6">
              <a:extLst>
                <a:ext uri="{FF2B5EF4-FFF2-40B4-BE49-F238E27FC236}">
                  <a16:creationId xmlns:a16="http://schemas.microsoft.com/office/drawing/2014/main" id="{A9BE4B9C-513A-D989-F1C3-7DA8373BB046}"/>
                </a:ext>
              </a:extLst>
            </p:cNvPr>
            <p:cNvSpPr/>
            <p:nvPr/>
          </p:nvSpPr>
          <p:spPr>
            <a:xfrm>
              <a:off x="378085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Quantile Performance 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85" name="Google Shape;185;p6">
              <a:extLst>
                <a:ext uri="{FF2B5EF4-FFF2-40B4-BE49-F238E27FC236}">
                  <a16:creationId xmlns:a16="http://schemas.microsoft.com/office/drawing/2014/main" id="{A295037E-87AE-036F-8F88-ABEE26397216}"/>
                </a:ext>
              </a:extLst>
            </p:cNvPr>
            <p:cNvCxnSpPr/>
            <p:nvPr/>
          </p:nvCxnSpPr>
          <p:spPr>
            <a:xfrm>
              <a:off x="360000" y="1479588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8C713FA5-E74B-2922-386D-9B613ECAF5EC}"/>
              </a:ext>
            </a:extLst>
          </p:cNvPr>
          <p:cNvSpPr/>
          <p:nvPr/>
        </p:nvSpPr>
        <p:spPr>
          <a:xfrm flipV="1">
            <a:off x="1634400" y="5493600"/>
            <a:ext cx="3163421" cy="162293"/>
          </a:xfrm>
          <a:prstGeom prst="triangle">
            <a:avLst>
              <a:gd name="adj" fmla="val 49839"/>
            </a:avLst>
          </a:prstGeom>
          <a:gradFill>
            <a:gsLst>
              <a:gs pos="83000">
                <a:schemeClr val="bg1"/>
              </a:gs>
              <a:gs pos="37000">
                <a:srgbClr val="E4999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978B67D-BA1E-436D-E62C-AA16F88088F5}"/>
              </a:ext>
            </a:extLst>
          </p:cNvPr>
          <p:cNvGrpSpPr/>
          <p:nvPr/>
        </p:nvGrpSpPr>
        <p:grpSpPr>
          <a:xfrm>
            <a:off x="1022270" y="1339378"/>
            <a:ext cx="4419586" cy="2164466"/>
            <a:chOff x="1022270" y="1544570"/>
            <a:chExt cx="4419586" cy="2164466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E868B86-E671-3ED1-C2DB-C0783BE1295E}"/>
                </a:ext>
              </a:extLst>
            </p:cNvPr>
            <p:cNvGrpSpPr/>
            <p:nvPr/>
          </p:nvGrpSpPr>
          <p:grpSpPr>
            <a:xfrm>
              <a:off x="1022270" y="1544570"/>
              <a:ext cx="4419586" cy="313626"/>
              <a:chOff x="795943" y="1491750"/>
              <a:chExt cx="4419586" cy="31362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EF9DF8-460C-C52F-8829-8CE49331067F}"/>
                  </a:ext>
                </a:extLst>
              </p:cNvPr>
              <p:cNvSpPr txBox="1"/>
              <p:nvPr/>
            </p:nvSpPr>
            <p:spPr>
              <a:xfrm>
                <a:off x="3483745" y="1494416"/>
                <a:ext cx="17317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Log Cumulative NAV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7B1318-2DA6-7643-6348-DA9521B66333}"/>
                  </a:ext>
                </a:extLst>
              </p:cNvPr>
              <p:cNvSpPr txBox="1"/>
              <p:nvPr/>
            </p:nvSpPr>
            <p:spPr>
              <a:xfrm>
                <a:off x="795943" y="1491750"/>
                <a:ext cx="16597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Cumulative NAV</a:t>
                </a: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C8F46682-1411-698B-33B2-3BDA5DF88045}"/>
                  </a:ext>
                </a:extLst>
              </p:cNvPr>
              <p:cNvCxnSpPr/>
              <p:nvPr/>
            </p:nvCxnSpPr>
            <p:spPr>
              <a:xfrm>
                <a:off x="3703864" y="1805376"/>
                <a:ext cx="138793" cy="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7ECB124-05A4-827D-BF43-DF72B133DE0F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2840355" y="2041354"/>
              <a:ext cx="641393" cy="117129"/>
            </a:xfrm>
            <a:prstGeom prst="line">
              <a:avLst/>
            </a:prstGeom>
            <a:ln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41A7248-B247-A252-AEBE-0B1808A4F081}"/>
                </a:ext>
              </a:extLst>
            </p:cNvPr>
            <p:cNvCxnSpPr>
              <a:cxnSpLocks/>
            </p:cNvCxnSpPr>
            <p:nvPr/>
          </p:nvCxnSpPr>
          <p:spPr>
            <a:xfrm>
              <a:off x="3945110" y="2158483"/>
              <a:ext cx="703090" cy="77439"/>
            </a:xfrm>
            <a:prstGeom prst="line">
              <a:avLst/>
            </a:prstGeom>
            <a:ln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83C4A24-B84A-030D-2F75-BABE34A8D014}"/>
                </a:ext>
              </a:extLst>
            </p:cNvPr>
            <p:cNvSpPr/>
            <p:nvPr/>
          </p:nvSpPr>
          <p:spPr>
            <a:xfrm>
              <a:off x="3481748" y="2041354"/>
              <a:ext cx="463361" cy="234258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Q1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89D92BC-34AF-FE90-8C3B-5A06DC540AFC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2840355" y="3494792"/>
              <a:ext cx="581026" cy="214244"/>
            </a:xfrm>
            <a:prstGeom prst="line">
              <a:avLst/>
            </a:prstGeom>
            <a:ln>
              <a:solidFill>
                <a:srgbClr val="9999FF"/>
              </a:solidFill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2657C5E-A2C6-9B78-CE18-88B743DA177D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3884742" y="3366724"/>
              <a:ext cx="550098" cy="128068"/>
            </a:xfrm>
            <a:prstGeom prst="line">
              <a:avLst/>
            </a:prstGeom>
            <a:ln>
              <a:solidFill>
                <a:srgbClr val="9999FF"/>
              </a:solidFill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DDC43F3-C2EB-DD4B-D5A6-4D59F6538A5D}"/>
                </a:ext>
              </a:extLst>
            </p:cNvPr>
            <p:cNvSpPr/>
            <p:nvPr/>
          </p:nvSpPr>
          <p:spPr>
            <a:xfrm>
              <a:off x="3421381" y="3377663"/>
              <a:ext cx="463361" cy="234258"/>
            </a:xfrm>
            <a:prstGeom prst="rect">
              <a:avLst/>
            </a:prstGeom>
            <a:ln>
              <a:solidFill>
                <a:srgbClr val="9999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Q5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9" name="Google Shape;206;p12">
            <a:extLst>
              <a:ext uri="{FF2B5EF4-FFF2-40B4-BE49-F238E27FC236}">
                <a16:creationId xmlns:a16="http://schemas.microsoft.com/office/drawing/2014/main" id="{C2FD9199-CCC2-4D40-3AAE-9E0A3A1B9BCC}"/>
              </a:ext>
            </a:extLst>
          </p:cNvPr>
          <p:cNvGraphicFramePr/>
          <p:nvPr/>
        </p:nvGraphicFramePr>
        <p:xfrm>
          <a:off x="6469883" y="1502967"/>
          <a:ext cx="5116050" cy="1097320"/>
        </p:xfrm>
        <a:graphic>
          <a:graphicData uri="http://schemas.openxmlformats.org/drawingml/2006/table">
            <a:tbl>
              <a:tblPr firstRow="1" bandRow="1"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{858D140D-615F-41ED-8C3F-11D4F702E26B}</a:tableStyleId>
              </a:tblPr>
              <a:tblGrid>
                <a:gridCol w="8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3965303533"/>
                    </a:ext>
                  </a:extLst>
                </a:gridCol>
                <a:gridCol w="846930">
                  <a:extLst>
                    <a:ext uri="{9D8B030D-6E8A-4147-A177-3AD203B41FA5}">
                      <a16:colId xmlns:a16="http://schemas.microsoft.com/office/drawing/2014/main" val="2663340319"/>
                    </a:ext>
                  </a:extLst>
                </a:gridCol>
              </a:tblGrid>
              <a:tr h="219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Q5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1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CAGR</a:t>
                      </a:r>
                      <a:endParaRPr sz="1200" b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18.08%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14.23</a:t>
                      </a: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9.8</a:t>
                      </a: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2.32</a:t>
                      </a: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-1</a:t>
                      </a: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2.05</a:t>
                      </a: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%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1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Sharpe</a:t>
                      </a:r>
                      <a:endParaRPr sz="1200" b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0.85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0.62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0.43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0.14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-</a:t>
                      </a: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0.44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1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Final NAV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74.05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33.76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13.08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2.3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</a:t>
                      </a: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5" name="Google Shape;183;p6">
            <a:extLst>
              <a:ext uri="{FF2B5EF4-FFF2-40B4-BE49-F238E27FC236}">
                <a16:creationId xmlns:a16="http://schemas.microsoft.com/office/drawing/2014/main" id="{22D03A7D-77E5-2F5A-5CCF-4CABCD83AC2D}"/>
              </a:ext>
            </a:extLst>
          </p:cNvPr>
          <p:cNvGrpSpPr/>
          <p:nvPr/>
        </p:nvGrpSpPr>
        <p:grpSpPr>
          <a:xfrm>
            <a:off x="6333444" y="2777999"/>
            <a:ext cx="5472000" cy="311948"/>
            <a:chOff x="360000" y="1171989"/>
            <a:chExt cx="3565389" cy="311949"/>
          </a:xfrm>
        </p:grpSpPr>
        <p:sp>
          <p:nvSpPr>
            <p:cNvPr id="27" name="Google Shape;184;p6">
              <a:extLst>
                <a:ext uri="{FF2B5EF4-FFF2-40B4-BE49-F238E27FC236}">
                  <a16:creationId xmlns:a16="http://schemas.microsoft.com/office/drawing/2014/main" id="{4306577C-CDED-7EDB-82C3-6453D1DE5398}"/>
                </a:ext>
              </a:extLst>
            </p:cNvPr>
            <p:cNvSpPr/>
            <p:nvPr/>
          </p:nvSpPr>
          <p:spPr>
            <a:xfrm>
              <a:off x="378085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Heatmap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28" name="Google Shape;185;p6">
              <a:extLst>
                <a:ext uri="{FF2B5EF4-FFF2-40B4-BE49-F238E27FC236}">
                  <a16:creationId xmlns:a16="http://schemas.microsoft.com/office/drawing/2014/main" id="{0511D8C1-E383-6F14-6082-434B4ED73837}"/>
                </a:ext>
              </a:extLst>
            </p:cNvPr>
            <p:cNvCxnSpPr/>
            <p:nvPr/>
          </p:nvCxnSpPr>
          <p:spPr>
            <a:xfrm>
              <a:off x="360000" y="1483938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8070CB0-F536-9A5C-1945-68D2F67C2202}"/>
              </a:ext>
            </a:extLst>
          </p:cNvPr>
          <p:cNvSpPr txBox="1"/>
          <p:nvPr/>
        </p:nvSpPr>
        <p:spPr>
          <a:xfrm>
            <a:off x="8148320" y="2650587"/>
            <a:ext cx="3437614" cy="311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2"/>
                </a:solidFill>
                <a:latin typeface="+mn-ea"/>
                <a:ea typeface="+mn-ea"/>
              </a:rPr>
              <a:t>*</a:t>
            </a:r>
            <a:r>
              <a:rPr lang="en-US" sz="1200" dirty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2001-01-01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의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NAV = 1</a:t>
            </a:r>
            <a:endParaRPr lang="en-US"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0EC56A-BCB2-75C3-19F2-9361070B7DDC}"/>
              </a:ext>
            </a:extLst>
          </p:cNvPr>
          <p:cNvSpPr/>
          <p:nvPr/>
        </p:nvSpPr>
        <p:spPr>
          <a:xfrm>
            <a:off x="360000" y="4005746"/>
            <a:ext cx="5472000" cy="1449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IVOL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값을 기준으로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분류한 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분위 포트폴리오는 수익률이 뚜렷하게 구분되며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하위 분위로 갈수록 높은 수익률을 보이는 단조 증가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(monotonic)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구조를 가진다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Q1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IVOL</a:t>
            </a:r>
            <a:r>
              <a:rPr lang="ko-KR" altLang="en-US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값 </a:t>
            </a:r>
            <a:r>
              <a:rPr lang="ko-KR" altLang="en-US" sz="1200" b="1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하위</a:t>
            </a:r>
            <a:r>
              <a:rPr lang="ko-KR" altLang="en-US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20% </a:t>
            </a:r>
            <a:r>
              <a:rPr lang="ko-KR" altLang="en-US" sz="1200" dirty="0">
                <a:solidFill>
                  <a:srgbClr val="982A2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종목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구성된 포트폴리오</a:t>
            </a:r>
            <a:endParaRPr lang="en-US" altLang="ko-KR" sz="12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Q5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IVOL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값 상위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20%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종목으로 구성된 포트폴리오</a:t>
            </a:r>
            <a:endParaRPr lang="en-US" altLang="ko-KR" sz="12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  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포트폴리오의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IVOL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값이 낮아질수록 높은 수익률을 기록했다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.</a:t>
            </a:r>
            <a:endParaRPr lang="ko-KR" altLang="en-US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088ACC-C208-BDA8-0C1D-BAEDCA6A4F03}"/>
              </a:ext>
            </a:extLst>
          </p:cNvPr>
          <p:cNvSpPr/>
          <p:nvPr/>
        </p:nvSpPr>
        <p:spPr>
          <a:xfrm>
            <a:off x="7361035" y="1536799"/>
            <a:ext cx="853625" cy="106348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245100-E048-C8D6-3C9F-2EE15BD4A1F6}"/>
              </a:ext>
            </a:extLst>
          </p:cNvPr>
          <p:cNvSpPr/>
          <p:nvPr/>
        </p:nvSpPr>
        <p:spPr>
          <a:xfrm>
            <a:off x="360000" y="5745600"/>
            <a:ext cx="5472000" cy="3329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IVOL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 유의미한 투자 신호로 작용한다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73E4DA-11B3-7A6C-B4A9-E7B3BAD70BD9}"/>
              </a:ext>
            </a:extLst>
          </p:cNvPr>
          <p:cNvSpPr/>
          <p:nvPr/>
        </p:nvSpPr>
        <p:spPr>
          <a:xfrm>
            <a:off x="6360000" y="5745600"/>
            <a:ext cx="5472000" cy="3329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IVOL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팩터는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모든 시가총액 분위에서 일관된 성과를 보이는 강건한 전략이다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DFE272-9899-08A0-635F-3FDA5DC55B03}"/>
              </a:ext>
            </a:extLst>
          </p:cNvPr>
          <p:cNvSpPr/>
          <p:nvPr/>
        </p:nvSpPr>
        <p:spPr>
          <a:xfrm>
            <a:off x="6788871" y="3351500"/>
            <a:ext cx="375285" cy="386738"/>
          </a:xfrm>
          <a:prstGeom prst="rect">
            <a:avLst/>
          </a:prstGeom>
          <a:solidFill>
            <a:srgbClr val="0830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50" b="1" dirty="0"/>
              <a:t>27.6%</a:t>
            </a:r>
            <a:endParaRPr lang="ko-KR" altLang="en-US" sz="45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EF38D7-045D-7218-282E-CE5DC96EBE65}"/>
              </a:ext>
            </a:extLst>
          </p:cNvPr>
          <p:cNvSpPr/>
          <p:nvPr/>
        </p:nvSpPr>
        <p:spPr>
          <a:xfrm>
            <a:off x="6795439" y="3351500"/>
            <a:ext cx="375285" cy="386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612209-333C-685A-EFD0-9578419E09C2}"/>
              </a:ext>
            </a:extLst>
          </p:cNvPr>
          <p:cNvSpPr/>
          <p:nvPr/>
        </p:nvSpPr>
        <p:spPr>
          <a:xfrm>
            <a:off x="9408046" y="3345493"/>
            <a:ext cx="403425" cy="392746"/>
          </a:xfrm>
          <a:prstGeom prst="rect">
            <a:avLst/>
          </a:prstGeom>
          <a:solidFill>
            <a:srgbClr val="0044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" b="1" dirty="0"/>
              <a:t>1.06</a:t>
            </a:r>
            <a:endParaRPr lang="ko-KR" altLang="en-US" sz="500" b="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3D189B-B479-BE81-2605-19A2F66B2E14}"/>
              </a:ext>
            </a:extLst>
          </p:cNvPr>
          <p:cNvSpPr/>
          <p:nvPr/>
        </p:nvSpPr>
        <p:spPr>
          <a:xfrm>
            <a:off x="9416400" y="3347690"/>
            <a:ext cx="389356" cy="386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758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135C6827-0F1B-9E97-3188-BC193619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>
            <a:extLst>
              <a:ext uri="{FF2B5EF4-FFF2-40B4-BE49-F238E27FC236}">
                <a16:creationId xmlns:a16="http://schemas.microsoft.com/office/drawing/2014/main" id="{41AF6DF4-5ABE-901D-ABB8-0835927DDD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sp>
        <p:nvSpPr>
          <p:cNvPr id="197" name="Google Shape;197;p12">
            <a:extLst>
              <a:ext uri="{FF2B5EF4-FFF2-40B4-BE49-F238E27FC236}">
                <a16:creationId xmlns:a16="http://schemas.microsoft.com/office/drawing/2014/main" id="{3E7A11DA-884D-181D-D753-F2C76D401FA8}"/>
              </a:ext>
            </a:extLst>
          </p:cNvPr>
          <p:cNvSpPr txBox="1"/>
          <p:nvPr/>
        </p:nvSpPr>
        <p:spPr>
          <a:xfrm>
            <a:off x="334963" y="0"/>
            <a:ext cx="2484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02. Portfolio Construction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98" name="Google Shape;198;p12">
            <a:extLst>
              <a:ext uri="{FF2B5EF4-FFF2-40B4-BE49-F238E27FC236}">
                <a16:creationId xmlns:a16="http://schemas.microsoft.com/office/drawing/2014/main" id="{57C67434-5550-9319-8B29-E36B3CD6A57E}"/>
              </a:ext>
            </a:extLst>
          </p:cNvPr>
          <p:cNvSpPr txBox="1"/>
          <p:nvPr/>
        </p:nvSpPr>
        <p:spPr>
          <a:xfrm>
            <a:off x="512898" y="310575"/>
            <a:ext cx="4187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Regression Result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199" name="Google Shape;199;p12">
            <a:extLst>
              <a:ext uri="{FF2B5EF4-FFF2-40B4-BE49-F238E27FC236}">
                <a16:creationId xmlns:a16="http://schemas.microsoft.com/office/drawing/2014/main" id="{E3B78120-5FC7-5BAE-F892-86A3AA1E5D02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12">
            <a:extLst>
              <a:ext uri="{FF2B5EF4-FFF2-40B4-BE49-F238E27FC236}">
                <a16:creationId xmlns:a16="http://schemas.microsoft.com/office/drawing/2014/main" id="{98BDE589-DC29-0990-7386-79D2ECBB1FEC}"/>
              </a:ext>
            </a:extLst>
          </p:cNvPr>
          <p:cNvGrpSpPr/>
          <p:nvPr/>
        </p:nvGrpSpPr>
        <p:grpSpPr>
          <a:xfrm>
            <a:off x="334963" y="971570"/>
            <a:ext cx="5497037" cy="311948"/>
            <a:chOff x="305844" y="1171990"/>
            <a:chExt cx="5497037" cy="311948"/>
          </a:xfrm>
        </p:grpSpPr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5D2992B9-A0A9-5773-2FE5-198A547FC49C}"/>
                </a:ext>
              </a:extLst>
            </p:cNvPr>
            <p:cNvSpPr/>
            <p:nvPr/>
          </p:nvSpPr>
          <p:spPr>
            <a:xfrm>
              <a:off x="330881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Carhart</a:t>
              </a:r>
              <a:r>
                <a:rPr lang="ko-KR" alt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altLang="ko-KR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4-factor*</a:t>
              </a:r>
              <a:r>
                <a:rPr 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OLS</a:t>
              </a:r>
              <a:endParaRPr sz="14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202" name="Google Shape;202;p12">
              <a:extLst>
                <a:ext uri="{FF2B5EF4-FFF2-40B4-BE49-F238E27FC236}">
                  <a16:creationId xmlns:a16="http://schemas.microsoft.com/office/drawing/2014/main" id="{D97A3246-B4BD-6176-A6B0-FECDF5C0A27F}"/>
                </a:ext>
              </a:extLst>
            </p:cNvPr>
            <p:cNvCxnSpPr>
              <a:cxnSpLocks/>
            </p:cNvCxnSpPr>
            <p:nvPr/>
          </p:nvCxnSpPr>
          <p:spPr>
            <a:xfrm>
              <a:off x="305844" y="1478420"/>
              <a:ext cx="5497037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03" name="Google Shape;203;p12">
            <a:extLst>
              <a:ext uri="{FF2B5EF4-FFF2-40B4-BE49-F238E27FC236}">
                <a16:creationId xmlns:a16="http://schemas.microsoft.com/office/drawing/2014/main" id="{643B14B4-5D18-5691-BCBC-EB999A728E7B}"/>
              </a:ext>
            </a:extLst>
          </p:cNvPr>
          <p:cNvGrpSpPr/>
          <p:nvPr/>
        </p:nvGrpSpPr>
        <p:grpSpPr>
          <a:xfrm>
            <a:off x="6361200" y="971570"/>
            <a:ext cx="5472000" cy="311948"/>
            <a:chOff x="360000" y="1171989"/>
            <a:chExt cx="3565389" cy="311949"/>
          </a:xfrm>
        </p:grpSpPr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F86ECF47-DE9A-E11F-D756-B5C859B5CB9B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Factor-Adjusted OLS (</a:t>
              </a:r>
              <a:r>
                <a:rPr lang="en-US" altLang="ko-KR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IVOL</a:t>
              </a:r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only</a:t>
              </a:r>
              <a:r>
                <a:rPr 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)</a:t>
              </a:r>
              <a:endParaRPr sz="14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205" name="Google Shape;205;p12">
              <a:extLst>
                <a:ext uri="{FF2B5EF4-FFF2-40B4-BE49-F238E27FC236}">
                  <a16:creationId xmlns:a16="http://schemas.microsoft.com/office/drawing/2014/main" id="{359212DE-6091-9F39-779F-CEC37951EB7C}"/>
                </a:ext>
              </a:extLst>
            </p:cNvPr>
            <p:cNvCxnSpPr/>
            <p:nvPr/>
          </p:nvCxnSpPr>
          <p:spPr>
            <a:xfrm>
              <a:off x="360000" y="1478420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06" name="Google Shape;206;p12">
            <a:extLst>
              <a:ext uri="{FF2B5EF4-FFF2-40B4-BE49-F238E27FC236}">
                <a16:creationId xmlns:a16="http://schemas.microsoft.com/office/drawing/2014/main" id="{3793F3E6-ABB3-960F-B951-59ECB7A4E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9715692"/>
              </p:ext>
            </p:extLst>
          </p:nvPr>
        </p:nvGraphicFramePr>
        <p:xfrm>
          <a:off x="334963" y="1498082"/>
          <a:ext cx="5495840" cy="2233410"/>
        </p:xfrm>
        <a:graphic>
          <a:graphicData uri="http://schemas.openxmlformats.org/drawingml/2006/table">
            <a:tbl>
              <a:tblPr firstRow="1" bandRow="1">
                <a:noFill/>
                <a:tableStyleId>{858D140D-615F-41ED-8C3F-11D4F702E26B}</a:tableStyleId>
              </a:tblPr>
              <a:tblGrid>
                <a:gridCol w="1373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Variable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coefficient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t-stat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P-value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Alpha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00</a:t>
                      </a: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55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5.297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MKT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0.8752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28.448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SMB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0.5609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13.239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HML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0.3146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7.554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MOM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0.0269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0.978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</a:t>
                      </a: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328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55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R-squared : 0.</a:t>
                      </a: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892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85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Adj. R-squared : 0.</a:t>
                      </a: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890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7" name="Google Shape;207;p12">
            <a:extLst>
              <a:ext uri="{FF2B5EF4-FFF2-40B4-BE49-F238E27FC236}">
                <a16:creationId xmlns:a16="http://schemas.microsoft.com/office/drawing/2014/main" id="{525BAD46-340C-A6A9-E5E9-AF6F2F0BF1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912435"/>
              </p:ext>
            </p:extLst>
          </p:nvPr>
        </p:nvGraphicFramePr>
        <p:xfrm>
          <a:off x="6361200" y="1498952"/>
          <a:ext cx="5472000" cy="2468970"/>
        </p:xfrm>
        <a:graphic>
          <a:graphicData uri="http://schemas.openxmlformats.org/drawingml/2006/table">
            <a:tbl>
              <a:tblPr firstRow="1" bandRow="1">
                <a:noFill/>
                <a:tableStyleId>{858D140D-615F-41ED-8C3F-11D4F702E26B}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9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Variable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coefficient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t-stat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P-value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Alpha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0.0011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1.015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</a:t>
                      </a: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310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MKT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0.8936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32.347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SMB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0.6761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13.688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HML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0.1741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3.243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</a:t>
                      </a: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MOM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0.0120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0.446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0.656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Factor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0.3197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4.936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69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R-squared : 0.9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1</a:t>
                      </a: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5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697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Adj. R-squared : 0.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91</a:t>
                      </a:r>
                      <a:r>
                        <a:rPr lang="en-US" altLang="ko-KR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8" name="Google Shape;208;p12">
            <a:extLst>
              <a:ext uri="{FF2B5EF4-FFF2-40B4-BE49-F238E27FC236}">
                <a16:creationId xmlns:a16="http://schemas.microsoft.com/office/drawing/2014/main" id="{D655DFB5-A9EF-FFD7-69FE-CC780B5C5D6D}"/>
              </a:ext>
            </a:extLst>
          </p:cNvPr>
          <p:cNvSpPr/>
          <p:nvPr/>
        </p:nvSpPr>
        <p:spPr>
          <a:xfrm>
            <a:off x="476575" y="1861682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1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09" name="Google Shape;209;p12">
            <a:extLst>
              <a:ext uri="{FF2B5EF4-FFF2-40B4-BE49-F238E27FC236}">
                <a16:creationId xmlns:a16="http://schemas.microsoft.com/office/drawing/2014/main" id="{03DCC322-98C1-6B8A-ED6B-026A87E4B2A8}"/>
              </a:ext>
            </a:extLst>
          </p:cNvPr>
          <p:cNvSpPr/>
          <p:nvPr/>
        </p:nvSpPr>
        <p:spPr>
          <a:xfrm>
            <a:off x="6511092" y="1820318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2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10" name="Google Shape;210;p12">
            <a:extLst>
              <a:ext uri="{FF2B5EF4-FFF2-40B4-BE49-F238E27FC236}">
                <a16:creationId xmlns:a16="http://schemas.microsoft.com/office/drawing/2014/main" id="{444C553D-1B06-C6A3-E481-542E32182EF1}"/>
              </a:ext>
            </a:extLst>
          </p:cNvPr>
          <p:cNvSpPr/>
          <p:nvPr/>
        </p:nvSpPr>
        <p:spPr>
          <a:xfrm>
            <a:off x="6511092" y="3193200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4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11" name="Google Shape;211;p12">
            <a:extLst>
              <a:ext uri="{FF2B5EF4-FFF2-40B4-BE49-F238E27FC236}">
                <a16:creationId xmlns:a16="http://schemas.microsoft.com/office/drawing/2014/main" id="{855A5EF6-799D-A0FE-7730-C2A462B5647B}"/>
              </a:ext>
            </a:extLst>
          </p:cNvPr>
          <p:cNvSpPr/>
          <p:nvPr/>
        </p:nvSpPr>
        <p:spPr>
          <a:xfrm>
            <a:off x="6736729" y="2190304"/>
            <a:ext cx="113029" cy="858501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>
            <a:extLst>
              <a:ext uri="{FF2B5EF4-FFF2-40B4-BE49-F238E27FC236}">
                <a16:creationId xmlns:a16="http://schemas.microsoft.com/office/drawing/2014/main" id="{6FCB9F21-5F10-4232-0CE7-B65A012AB3CC}"/>
              </a:ext>
            </a:extLst>
          </p:cNvPr>
          <p:cNvSpPr/>
          <p:nvPr/>
        </p:nvSpPr>
        <p:spPr>
          <a:xfrm>
            <a:off x="6511092" y="2521356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3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13" name="Google Shape;213;p12">
            <a:extLst>
              <a:ext uri="{FF2B5EF4-FFF2-40B4-BE49-F238E27FC236}">
                <a16:creationId xmlns:a16="http://schemas.microsoft.com/office/drawing/2014/main" id="{700AC3E1-1A66-F9D9-1A0F-CF94CA6704BE}"/>
              </a:ext>
            </a:extLst>
          </p:cNvPr>
          <p:cNvSpPr/>
          <p:nvPr/>
        </p:nvSpPr>
        <p:spPr>
          <a:xfrm>
            <a:off x="8054273" y="3732440"/>
            <a:ext cx="176980" cy="176981"/>
          </a:xfrm>
          <a:prstGeom prst="rect">
            <a:avLst/>
          </a:prstGeom>
          <a:solidFill>
            <a:srgbClr val="982A2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62B125-A811-046A-4C89-6C9CA9C98BE5}"/>
              </a:ext>
            </a:extLst>
          </p:cNvPr>
          <p:cNvGrpSpPr/>
          <p:nvPr/>
        </p:nvGrpSpPr>
        <p:grpSpPr>
          <a:xfrm>
            <a:off x="334963" y="4150601"/>
            <a:ext cx="5498973" cy="1978738"/>
            <a:chOff x="359997" y="4343643"/>
            <a:chExt cx="5472000" cy="2151421"/>
          </a:xfrm>
        </p:grpSpPr>
        <p:sp>
          <p:nvSpPr>
            <p:cNvPr id="214" name="Google Shape;214;p12">
              <a:extLst>
                <a:ext uri="{FF2B5EF4-FFF2-40B4-BE49-F238E27FC236}">
                  <a16:creationId xmlns:a16="http://schemas.microsoft.com/office/drawing/2014/main" id="{254F5AE6-12F9-BE2D-A6DD-E97F3E701625}"/>
                </a:ext>
              </a:extLst>
            </p:cNvPr>
            <p:cNvSpPr/>
            <p:nvPr/>
          </p:nvSpPr>
          <p:spPr>
            <a:xfrm>
              <a:off x="359997" y="4343643"/>
              <a:ext cx="5472000" cy="2151421"/>
            </a:xfrm>
            <a:prstGeom prst="rect">
              <a:avLst/>
            </a:prstGeom>
            <a:noFill/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Alpha는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다른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회귀변수로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설명되지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않는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초과수익률을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의미한다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.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스프레드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회귀분석에서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월 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0.55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%,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연율화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약 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6.9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%의       </a:t>
              </a:r>
              <a:r>
                <a:rPr lang="en-US" sz="1200" b="1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Alpha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가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존재한다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.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 </a:t>
              </a:r>
              <a:r>
                <a:rPr lang="en-US" sz="1200" b="1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Alpha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값이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0.0011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, P-value 0.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310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로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통계적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유의성을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잃게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되는데</a:t>
              </a: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이는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     </a:t>
              </a:r>
              <a:r>
                <a:rPr lang="en-US" sz="1200" b="1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Factor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값이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0.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3197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, P-value 0으로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유의미한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회귀변수로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작용하면서</a:t>
              </a: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Portfolio의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초과수익률은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IVOL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팩터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노출로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설명됨을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의미한다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. </a:t>
              </a: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15" name="Google Shape;215;p12">
              <a:extLst>
                <a:ext uri="{FF2B5EF4-FFF2-40B4-BE49-F238E27FC236}">
                  <a16:creationId xmlns:a16="http://schemas.microsoft.com/office/drawing/2014/main" id="{AE8AD26F-D3A8-441C-370D-1A1E7A43B4C4}"/>
                </a:ext>
              </a:extLst>
            </p:cNvPr>
            <p:cNvSpPr/>
            <p:nvPr/>
          </p:nvSpPr>
          <p:spPr>
            <a:xfrm>
              <a:off x="359997" y="4357796"/>
              <a:ext cx="1596550" cy="311225"/>
            </a:xfrm>
            <a:prstGeom prst="rect">
              <a:avLst/>
            </a:prstGeom>
            <a:solidFill>
              <a:srgbClr val="982A2F"/>
            </a:solidFill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Alpha</a:t>
              </a:r>
              <a:endParaRPr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</p:grpSp>
      <p:grpSp>
        <p:nvGrpSpPr>
          <p:cNvPr id="218" name="Google Shape;218;p12">
            <a:extLst>
              <a:ext uri="{FF2B5EF4-FFF2-40B4-BE49-F238E27FC236}">
                <a16:creationId xmlns:a16="http://schemas.microsoft.com/office/drawing/2014/main" id="{1CBDCBE9-14A6-BF4A-BDA7-81DC78F62775}"/>
              </a:ext>
            </a:extLst>
          </p:cNvPr>
          <p:cNvGrpSpPr/>
          <p:nvPr/>
        </p:nvGrpSpPr>
        <p:grpSpPr>
          <a:xfrm>
            <a:off x="6360518" y="4150599"/>
            <a:ext cx="5473363" cy="1978738"/>
            <a:chOff x="6382800" y="4163601"/>
            <a:chExt cx="5473363" cy="1887253"/>
          </a:xfrm>
        </p:grpSpPr>
        <p:sp>
          <p:nvSpPr>
            <p:cNvPr id="219" name="Google Shape;219;p12">
              <a:extLst>
                <a:ext uri="{FF2B5EF4-FFF2-40B4-BE49-F238E27FC236}">
                  <a16:creationId xmlns:a16="http://schemas.microsoft.com/office/drawing/2014/main" id="{E19ABB5C-A919-DCBC-3DE9-60E9B718C310}"/>
                </a:ext>
              </a:extLst>
            </p:cNvPr>
            <p:cNvSpPr/>
            <p:nvPr/>
          </p:nvSpPr>
          <p:spPr>
            <a:xfrm>
              <a:off x="6384163" y="4163601"/>
              <a:ext cx="5472000" cy="889990"/>
            </a:xfrm>
            <a:prstGeom prst="rect">
              <a:avLst/>
            </a:prstGeom>
            <a:noFill/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440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lvl="0" algn="ctr"/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MKT = </a:t>
              </a: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0.8936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/ 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SMB = </a:t>
              </a: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0.6761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/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HML = </a:t>
              </a: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0.0120</a:t>
              </a:r>
              <a:endParaRPr lang="en-US" altLang="ko-KR"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강한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시장</a:t>
              </a:r>
              <a:r>
                <a:rPr lang="ko-KR" alt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과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소형주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노출정도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약한</a:t>
              </a:r>
              <a:r>
                <a:rPr 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sz="1200" dirty="0" err="1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성장주</a:t>
              </a:r>
              <a:r>
                <a:rPr lang="ko-KR" altLang="en-US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라는 것을 알 수 있다</a:t>
              </a:r>
              <a:r>
                <a:rPr lang="en-US" altLang="ko-KR"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.</a:t>
              </a: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20" name="Google Shape;220;p12">
              <a:extLst>
                <a:ext uri="{FF2B5EF4-FFF2-40B4-BE49-F238E27FC236}">
                  <a16:creationId xmlns:a16="http://schemas.microsoft.com/office/drawing/2014/main" id="{12FC160D-7A19-2690-9CE3-24AC068D9D27}"/>
                </a:ext>
              </a:extLst>
            </p:cNvPr>
            <p:cNvSpPr/>
            <p:nvPr/>
          </p:nvSpPr>
          <p:spPr>
            <a:xfrm>
              <a:off x="6382800" y="4180862"/>
              <a:ext cx="1598400" cy="294925"/>
            </a:xfrm>
            <a:prstGeom prst="rect">
              <a:avLst/>
            </a:prstGeom>
            <a:solidFill>
              <a:srgbClr val="982A2F"/>
            </a:solidFill>
            <a:ln w="19050" cap="flat" cmpd="sng">
              <a:solidFill>
                <a:srgbClr val="982A2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FF3 + MOM</a:t>
              </a:r>
              <a:endParaRPr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21" name="Google Shape;221;p12">
              <a:extLst>
                <a:ext uri="{FF2B5EF4-FFF2-40B4-BE49-F238E27FC236}">
                  <a16:creationId xmlns:a16="http://schemas.microsoft.com/office/drawing/2014/main" id="{08D5A82E-6E92-9C89-4250-5DD12A439EB0}"/>
                </a:ext>
              </a:extLst>
            </p:cNvPr>
            <p:cNvSpPr/>
            <p:nvPr/>
          </p:nvSpPr>
          <p:spPr>
            <a:xfrm>
              <a:off x="6417281" y="4193712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982A2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3</a:t>
              </a:r>
              <a:endParaRPr sz="1200" b="1" dirty="0">
                <a:solidFill>
                  <a:srgbClr val="982A2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grpSp>
          <p:nvGrpSpPr>
            <p:cNvPr id="222" name="Google Shape;222;p12">
              <a:extLst>
                <a:ext uri="{FF2B5EF4-FFF2-40B4-BE49-F238E27FC236}">
                  <a16:creationId xmlns:a16="http://schemas.microsoft.com/office/drawing/2014/main" id="{AB0DFA3A-A71E-1935-BCE9-A2AF778E3395}"/>
                </a:ext>
              </a:extLst>
            </p:cNvPr>
            <p:cNvGrpSpPr/>
            <p:nvPr/>
          </p:nvGrpSpPr>
          <p:grpSpPr>
            <a:xfrm>
              <a:off x="6382800" y="5235480"/>
              <a:ext cx="5472000" cy="815374"/>
              <a:chOff x="359996" y="4042309"/>
              <a:chExt cx="5472000" cy="815374"/>
            </a:xfrm>
          </p:grpSpPr>
          <p:sp>
            <p:nvSpPr>
              <p:cNvPr id="223" name="Google Shape;223;p12">
                <a:extLst>
                  <a:ext uri="{FF2B5EF4-FFF2-40B4-BE49-F238E27FC236}">
                    <a16:creationId xmlns:a16="http://schemas.microsoft.com/office/drawing/2014/main" id="{5C95C597-07D1-AA89-AA72-0A2B6BC8E24A}"/>
                  </a:ext>
                </a:extLst>
              </p:cNvPr>
              <p:cNvSpPr/>
              <p:nvPr/>
            </p:nvSpPr>
            <p:spPr>
              <a:xfrm>
                <a:off x="359996" y="4042309"/>
                <a:ext cx="5472000" cy="815374"/>
              </a:xfrm>
              <a:prstGeom prst="rect">
                <a:avLst/>
              </a:prstGeom>
              <a:noFill/>
              <a:ln w="19050" cap="flat" cmpd="sng">
                <a:solidFill>
                  <a:srgbClr val="982A2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9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회귀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모형의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설명</a:t>
                </a:r>
                <a:r>
                  <a:rPr lang="ko-KR" alt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력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이 </a:t>
                </a:r>
                <a:r>
                  <a:rPr lang="en-US" sz="1200" b="1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0.9</a:t>
                </a:r>
                <a:r>
                  <a:rPr lang="en-US" altLang="ko-KR" sz="1200" b="1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14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로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매우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높게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확보되어</a:t>
                </a:r>
                <a:endParaRPr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IVOL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팩터를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통해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전략의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수익을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설명함</a:t>
                </a:r>
                <a:r>
                  <a:rPr lang="ko-KR" alt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이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통계적으로</a:t>
                </a:r>
                <a:r>
                  <a:rPr 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 </a:t>
                </a:r>
                <a:r>
                  <a:rPr lang="en-US" sz="1200" dirty="0" err="1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입증</a:t>
                </a:r>
                <a:r>
                  <a:rPr lang="ko-KR" altLang="en-US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되었다</a:t>
                </a:r>
                <a:r>
                  <a:rPr lang="en-US" altLang="ko-KR" sz="1200" dirty="0">
                    <a:solidFill>
                      <a:schemeClr val="dk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.</a:t>
                </a:r>
                <a:endParaRPr sz="1200" dirty="0">
                  <a:solidFill>
                    <a:schemeClr val="dk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</p:txBody>
          </p:sp>
          <p:sp>
            <p:nvSpPr>
              <p:cNvPr id="224" name="Google Shape;224;p12">
                <a:extLst>
                  <a:ext uri="{FF2B5EF4-FFF2-40B4-BE49-F238E27FC236}">
                    <a16:creationId xmlns:a16="http://schemas.microsoft.com/office/drawing/2014/main" id="{2BC80FD3-EC17-E433-6991-6D227C631D78}"/>
                  </a:ext>
                </a:extLst>
              </p:cNvPr>
              <p:cNvSpPr/>
              <p:nvPr/>
            </p:nvSpPr>
            <p:spPr>
              <a:xfrm>
                <a:off x="359996" y="4060358"/>
                <a:ext cx="1598400" cy="312974"/>
              </a:xfrm>
              <a:prstGeom prst="rect">
                <a:avLst/>
              </a:prstGeom>
              <a:solidFill>
                <a:srgbClr val="982A2F"/>
              </a:solidFill>
              <a:ln w="19050" cap="flat" cmpd="sng">
                <a:solidFill>
                  <a:srgbClr val="982A2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chemeClr val="lt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Adj. R-squared</a:t>
                </a:r>
                <a:endParaRPr sz="1200" b="1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</p:txBody>
          </p:sp>
          <p:sp>
            <p:nvSpPr>
              <p:cNvPr id="225" name="Google Shape;225;p12">
                <a:extLst>
                  <a:ext uri="{FF2B5EF4-FFF2-40B4-BE49-F238E27FC236}">
                    <a16:creationId xmlns:a16="http://schemas.microsoft.com/office/drawing/2014/main" id="{9076A48C-6D9D-AFEF-93D0-98BE8C627E09}"/>
                  </a:ext>
                </a:extLst>
              </p:cNvPr>
              <p:cNvSpPr/>
              <p:nvPr/>
            </p:nvSpPr>
            <p:spPr>
              <a:xfrm>
                <a:off x="389034" y="4077529"/>
                <a:ext cx="176980" cy="1769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rgbClr val="982A2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oto Sans KR"/>
                  </a:rPr>
                  <a:t>5</a:t>
                </a:r>
                <a:endParaRPr sz="1200" b="1" dirty="0">
                  <a:solidFill>
                    <a:srgbClr val="982A2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endParaRPr>
              </a:p>
            </p:txBody>
          </p:sp>
        </p:grpSp>
      </p:grpSp>
      <p:sp>
        <p:nvSpPr>
          <p:cNvPr id="226" name="Google Shape;226;p12">
            <a:extLst>
              <a:ext uri="{FF2B5EF4-FFF2-40B4-BE49-F238E27FC236}">
                <a16:creationId xmlns:a16="http://schemas.microsoft.com/office/drawing/2014/main" id="{5314C6A1-9CB5-6E81-084F-A71BA63FC3E1}"/>
              </a:ext>
            </a:extLst>
          </p:cNvPr>
          <p:cNvSpPr/>
          <p:nvPr/>
        </p:nvSpPr>
        <p:spPr>
          <a:xfrm>
            <a:off x="4039950" y="4930717"/>
            <a:ext cx="177000" cy="177000"/>
          </a:xfrm>
          <a:prstGeom prst="rect">
            <a:avLst/>
          </a:prstGeom>
          <a:solidFill>
            <a:srgbClr val="982A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1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27" name="Google Shape;227;p12">
            <a:extLst>
              <a:ext uri="{FF2B5EF4-FFF2-40B4-BE49-F238E27FC236}">
                <a16:creationId xmlns:a16="http://schemas.microsoft.com/office/drawing/2014/main" id="{1DAE9F89-5BA3-C008-6FA2-45545DC86B0B}"/>
              </a:ext>
            </a:extLst>
          </p:cNvPr>
          <p:cNvSpPr/>
          <p:nvPr/>
        </p:nvSpPr>
        <p:spPr>
          <a:xfrm>
            <a:off x="1050152" y="5482467"/>
            <a:ext cx="177000" cy="177000"/>
          </a:xfrm>
          <a:prstGeom prst="rect">
            <a:avLst/>
          </a:prstGeom>
          <a:solidFill>
            <a:srgbClr val="982A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4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28" name="Google Shape;228;p12">
            <a:extLst>
              <a:ext uri="{FF2B5EF4-FFF2-40B4-BE49-F238E27FC236}">
                <a16:creationId xmlns:a16="http://schemas.microsoft.com/office/drawing/2014/main" id="{9B33048D-B3D7-B947-AC56-463827338455}"/>
              </a:ext>
            </a:extLst>
          </p:cNvPr>
          <p:cNvSpPr/>
          <p:nvPr/>
        </p:nvSpPr>
        <p:spPr>
          <a:xfrm>
            <a:off x="904336" y="5201163"/>
            <a:ext cx="177000" cy="177000"/>
          </a:xfrm>
          <a:prstGeom prst="rect">
            <a:avLst/>
          </a:prstGeom>
          <a:solidFill>
            <a:srgbClr val="982A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2</a:t>
            </a:r>
            <a:endParaRPr sz="1200" b="1" dirty="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FA1AC-AFE5-5233-20D0-E28FBDD478AA}"/>
              </a:ext>
            </a:extLst>
          </p:cNvPr>
          <p:cNvSpPr txBox="1"/>
          <p:nvPr/>
        </p:nvSpPr>
        <p:spPr>
          <a:xfrm>
            <a:off x="904336" y="3737878"/>
            <a:ext cx="49868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982A2F"/>
                </a:solidFill>
                <a:latin typeface="+mn-ea"/>
                <a:ea typeface="+mn-ea"/>
              </a:rPr>
              <a:t>*</a:t>
            </a:r>
            <a:r>
              <a:rPr lang="en-US" altLang="ko-KR" sz="1100" dirty="0">
                <a:latin typeface="+mn-ea"/>
                <a:ea typeface="+mn-ea"/>
              </a:rPr>
              <a:t> Carhart 4-factor: MKT(</a:t>
            </a:r>
            <a:r>
              <a:rPr lang="ko-KR" altLang="en-US" sz="1100" dirty="0">
                <a:latin typeface="+mn-ea"/>
                <a:ea typeface="+mn-ea"/>
              </a:rPr>
              <a:t>시장효과</a:t>
            </a:r>
            <a:r>
              <a:rPr lang="en-US" altLang="ko-KR" sz="1100" dirty="0">
                <a:latin typeface="+mn-ea"/>
                <a:ea typeface="+mn-ea"/>
              </a:rPr>
              <a:t>), SMB(</a:t>
            </a:r>
            <a:r>
              <a:rPr lang="ko-KR" altLang="en-US" sz="1100" dirty="0">
                <a:latin typeface="+mn-ea"/>
                <a:ea typeface="+mn-ea"/>
              </a:rPr>
              <a:t>규모효과</a:t>
            </a:r>
            <a:r>
              <a:rPr lang="en-US" altLang="ko-KR" sz="1100" dirty="0">
                <a:latin typeface="+mn-ea"/>
                <a:ea typeface="+mn-ea"/>
              </a:rPr>
              <a:t>), HML(</a:t>
            </a:r>
            <a:r>
              <a:rPr lang="ko-KR" altLang="en-US" sz="1100" dirty="0">
                <a:latin typeface="+mn-ea"/>
                <a:ea typeface="+mn-ea"/>
              </a:rPr>
              <a:t>가치효과</a:t>
            </a:r>
            <a:r>
              <a:rPr lang="en-US" altLang="ko-KR" sz="1100" dirty="0">
                <a:latin typeface="+mn-ea"/>
                <a:ea typeface="+mn-ea"/>
              </a:rPr>
              <a:t>), MOM(</a:t>
            </a:r>
            <a:r>
              <a:rPr lang="ko-KR" altLang="en-US" sz="1100" dirty="0">
                <a:latin typeface="+mn-ea"/>
                <a:ea typeface="+mn-ea"/>
              </a:rPr>
              <a:t>모멘텀</a:t>
            </a:r>
            <a:r>
              <a:rPr lang="en-US" altLang="ko-KR" sz="1100" dirty="0">
                <a:latin typeface="+mn-ea"/>
                <a:ea typeface="+mn-ea"/>
              </a:rPr>
              <a:t>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C486C1A-C612-801A-C68D-149C5DD59311}"/>
              </a:ext>
            </a:extLst>
          </p:cNvPr>
          <p:cNvGrpSpPr/>
          <p:nvPr/>
        </p:nvGrpSpPr>
        <p:grpSpPr>
          <a:xfrm>
            <a:off x="383551" y="4176638"/>
            <a:ext cx="387078" cy="176981"/>
            <a:chOff x="383551" y="4176638"/>
            <a:chExt cx="387078" cy="176981"/>
          </a:xfrm>
        </p:grpSpPr>
        <p:sp>
          <p:nvSpPr>
            <p:cNvPr id="4" name="Google Shape;216;p12">
              <a:extLst>
                <a:ext uri="{FF2B5EF4-FFF2-40B4-BE49-F238E27FC236}">
                  <a16:creationId xmlns:a16="http://schemas.microsoft.com/office/drawing/2014/main" id="{9F53DFDD-6C9D-341D-BCAF-7C374B058025}"/>
                </a:ext>
              </a:extLst>
            </p:cNvPr>
            <p:cNvSpPr/>
            <p:nvPr/>
          </p:nvSpPr>
          <p:spPr>
            <a:xfrm>
              <a:off x="383551" y="4176638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982A2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1" dirty="0">
                <a:solidFill>
                  <a:srgbClr val="982A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217;p12">
              <a:extLst>
                <a:ext uri="{FF2B5EF4-FFF2-40B4-BE49-F238E27FC236}">
                  <a16:creationId xmlns:a16="http://schemas.microsoft.com/office/drawing/2014/main" id="{C35124A5-783F-491D-B3D0-96457491E801}"/>
                </a:ext>
              </a:extLst>
            </p:cNvPr>
            <p:cNvSpPr/>
            <p:nvPr/>
          </p:nvSpPr>
          <p:spPr>
            <a:xfrm>
              <a:off x="593649" y="4176638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982A2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1" dirty="0">
                <a:solidFill>
                  <a:srgbClr val="982A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11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66422641-EB5D-298B-0988-E04643C88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>
            <a:extLst>
              <a:ext uri="{FF2B5EF4-FFF2-40B4-BE49-F238E27FC236}">
                <a16:creationId xmlns:a16="http://schemas.microsoft.com/office/drawing/2014/main" id="{805B646D-FF78-5A1F-64D3-D459DD7321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sp>
        <p:nvSpPr>
          <p:cNvPr id="235" name="Google Shape;235;p11">
            <a:extLst>
              <a:ext uri="{FF2B5EF4-FFF2-40B4-BE49-F238E27FC236}">
                <a16:creationId xmlns:a16="http://schemas.microsoft.com/office/drawing/2014/main" id="{A540C61B-9636-C384-8C08-13ABA7335EAD}"/>
              </a:ext>
            </a:extLst>
          </p:cNvPr>
          <p:cNvSpPr txBox="1"/>
          <p:nvPr/>
        </p:nvSpPr>
        <p:spPr>
          <a:xfrm>
            <a:off x="334963" y="0"/>
            <a:ext cx="2484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ko-KR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03. Performance Analysis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37" name="Google Shape;237;p11">
            <a:extLst>
              <a:ext uri="{FF2B5EF4-FFF2-40B4-BE49-F238E27FC236}">
                <a16:creationId xmlns:a16="http://schemas.microsoft.com/office/drawing/2014/main" id="{38323538-166F-29DA-E9F7-068E90C3590D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1">
            <a:extLst>
              <a:ext uri="{FF2B5EF4-FFF2-40B4-BE49-F238E27FC236}">
                <a16:creationId xmlns:a16="http://schemas.microsoft.com/office/drawing/2014/main" id="{31653B5F-12B7-4CF7-E0E8-BDD15258603C}"/>
              </a:ext>
            </a:extLst>
          </p:cNvPr>
          <p:cNvGrpSpPr/>
          <p:nvPr/>
        </p:nvGrpSpPr>
        <p:grpSpPr>
          <a:xfrm>
            <a:off x="360000" y="977661"/>
            <a:ext cx="5472000" cy="311948"/>
            <a:chOff x="360000" y="1171990"/>
            <a:chExt cx="5472000" cy="311948"/>
          </a:xfrm>
        </p:grpSpPr>
        <p:sp>
          <p:nvSpPr>
            <p:cNvPr id="239" name="Google Shape;239;p11">
              <a:extLst>
                <a:ext uri="{FF2B5EF4-FFF2-40B4-BE49-F238E27FC236}">
                  <a16:creationId xmlns:a16="http://schemas.microsoft.com/office/drawing/2014/main" id="{FB69CCD8-0EB2-08EB-9B62-41FC22D44D32}"/>
                </a:ext>
              </a:extLst>
            </p:cNvPr>
            <p:cNvSpPr/>
            <p:nvPr/>
          </p:nvSpPr>
          <p:spPr>
            <a:xfrm>
              <a:off x="36000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lvl="0"/>
              <a:r>
                <a:rPr lang="en-US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Double Sort Heatmap: </a:t>
              </a:r>
              <a:r>
                <a:rPr lang="en-US" altLang="ko-KR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GP &amp; IVOL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240" name="Google Shape;240;p11">
              <a:extLst>
                <a:ext uri="{FF2B5EF4-FFF2-40B4-BE49-F238E27FC236}">
                  <a16:creationId xmlns:a16="http://schemas.microsoft.com/office/drawing/2014/main" id="{2AAAB2CE-3F87-D619-B177-3B1BB66988E7}"/>
                </a:ext>
              </a:extLst>
            </p:cNvPr>
            <p:cNvCxnSpPr/>
            <p:nvPr/>
          </p:nvCxnSpPr>
          <p:spPr>
            <a:xfrm>
              <a:off x="360000" y="1472329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8" name="Google Shape;206;p12">
            <a:extLst>
              <a:ext uri="{FF2B5EF4-FFF2-40B4-BE49-F238E27FC236}">
                <a16:creationId xmlns:a16="http://schemas.microsoft.com/office/drawing/2014/main" id="{5068AA62-F429-0DA4-BB60-2EEBA02545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5512512"/>
              </p:ext>
            </p:extLst>
          </p:nvPr>
        </p:nvGraphicFramePr>
        <p:xfrm>
          <a:off x="6361200" y="4267690"/>
          <a:ext cx="5472000" cy="908382"/>
        </p:xfrm>
        <a:graphic>
          <a:graphicData uri="http://schemas.openxmlformats.org/drawingml/2006/table">
            <a:tbl>
              <a:tblPr firstRow="1" bandRow="1">
                <a:noFill/>
                <a:effectLst/>
                <a:tableStyleId>{858D140D-615F-41ED-8C3F-11D4F702E26B}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7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Variable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coefficient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t-stat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P-value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Alpha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0049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3.494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0.002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94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Adj. R-squared : 0.749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7BC8B942-EB22-D51C-10FC-477CF86A887E}"/>
              </a:ext>
            </a:extLst>
          </p:cNvPr>
          <p:cNvGrpSpPr/>
          <p:nvPr/>
        </p:nvGrpSpPr>
        <p:grpSpPr>
          <a:xfrm>
            <a:off x="308865" y="1401672"/>
            <a:ext cx="5523134" cy="2269156"/>
            <a:chOff x="317473" y="1643815"/>
            <a:chExt cx="5592394" cy="229400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8BABB59-824C-BD30-4E58-0DC541A6E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036"/>
            <a:stretch>
              <a:fillRect/>
            </a:stretch>
          </p:blipFill>
          <p:spPr>
            <a:xfrm>
              <a:off x="317473" y="1643815"/>
              <a:ext cx="2852114" cy="229400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E1C54D7-ECED-F73D-3141-B4ECD4264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053"/>
            <a:stretch>
              <a:fillRect/>
            </a:stretch>
          </p:blipFill>
          <p:spPr>
            <a:xfrm>
              <a:off x="3118706" y="1643815"/>
              <a:ext cx="2791161" cy="2287913"/>
            </a:xfrm>
            <a:prstGeom prst="rect">
              <a:avLst/>
            </a:prstGeom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7779AD-FB9A-82A4-72A8-FDC00CA62EB0}"/>
              </a:ext>
            </a:extLst>
          </p:cNvPr>
          <p:cNvSpPr/>
          <p:nvPr/>
        </p:nvSpPr>
        <p:spPr>
          <a:xfrm>
            <a:off x="699678" y="3224859"/>
            <a:ext cx="378000" cy="3973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D823D4-2322-C27E-45F8-28B139EFBE06}"/>
              </a:ext>
            </a:extLst>
          </p:cNvPr>
          <p:cNvSpPr/>
          <p:nvPr/>
        </p:nvSpPr>
        <p:spPr>
          <a:xfrm>
            <a:off x="3438423" y="3224859"/>
            <a:ext cx="378000" cy="3973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EBF3D530-7597-174F-419F-062449D73C7F}"/>
              </a:ext>
            </a:extLst>
          </p:cNvPr>
          <p:cNvSpPr/>
          <p:nvPr/>
        </p:nvSpPr>
        <p:spPr>
          <a:xfrm flipV="1">
            <a:off x="888678" y="4439919"/>
            <a:ext cx="4575001" cy="241321"/>
          </a:xfrm>
          <a:prstGeom prst="triangle">
            <a:avLst>
              <a:gd name="adj" fmla="val 49839"/>
            </a:avLst>
          </a:prstGeom>
          <a:gradFill>
            <a:gsLst>
              <a:gs pos="83000">
                <a:schemeClr val="bg1"/>
              </a:gs>
              <a:gs pos="37000">
                <a:srgbClr val="E4999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B4CEF2-9ED4-68FC-B951-5F93F6DA7146}"/>
              </a:ext>
            </a:extLst>
          </p:cNvPr>
          <p:cNvSpPr txBox="1"/>
          <p:nvPr/>
        </p:nvSpPr>
        <p:spPr>
          <a:xfrm>
            <a:off x="411593" y="3708584"/>
            <a:ext cx="5401962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ko-KR" altLang="en-US" sz="1300" b="1" dirty="0">
                <a:solidFill>
                  <a:schemeClr val="tx1"/>
                </a:solidFill>
                <a:latin typeface="+mn-ea"/>
                <a:ea typeface="+mn-ea"/>
              </a:rPr>
              <a:t>축 </a:t>
            </a:r>
            <a:r>
              <a:rPr lang="en-US" altLang="ko-KR" sz="1300" b="1" dirty="0">
                <a:solidFill>
                  <a:schemeClr val="tx1"/>
                </a:solidFill>
                <a:latin typeface="+mn-ea"/>
                <a:ea typeface="+mn-ea"/>
              </a:rPr>
              <a:t>(IVOL) : 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좌측으로 갈수록 고유 변동성 감소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(Low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Risk)</a:t>
            </a:r>
          </a:p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ko-KR" altLang="en-US" sz="1300" b="1" dirty="0">
                <a:solidFill>
                  <a:schemeClr val="tx1"/>
                </a:solidFill>
                <a:latin typeface="+mn-ea"/>
                <a:ea typeface="+mn-ea"/>
              </a:rPr>
              <a:t>축</a:t>
            </a:r>
            <a:r>
              <a:rPr lang="en-US" altLang="ko-KR" sz="1300" b="1" dirty="0">
                <a:solidFill>
                  <a:schemeClr val="tx1"/>
                </a:solidFill>
                <a:latin typeface="+mn-ea"/>
                <a:ea typeface="+mn-ea"/>
              </a:rPr>
              <a:t>(GP) :</a:t>
            </a:r>
            <a:r>
              <a:rPr lang="ko-KR" altLang="en-US" sz="13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하단으로 갈수록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수익성 증가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(High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Quality)</a:t>
            </a:r>
            <a:endParaRPr lang="en-US" altLang="ko-KR" sz="1300" dirty="0">
              <a:solidFill>
                <a:schemeClr val="tx1"/>
              </a:solidFill>
              <a:latin typeface="+mn-ea"/>
              <a:ea typeface="+mn-ea"/>
              <a:cs typeface="Pretendard" panose="020005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26655-8317-1D9F-E032-5F9D9AAE5E47}"/>
              </a:ext>
            </a:extLst>
          </p:cNvPr>
          <p:cNvSpPr/>
          <p:nvPr/>
        </p:nvSpPr>
        <p:spPr>
          <a:xfrm>
            <a:off x="360000" y="4795501"/>
            <a:ext cx="5471999" cy="1319823"/>
          </a:xfrm>
          <a:prstGeom prst="rect">
            <a:avLst/>
          </a:prstGeom>
          <a:noFill/>
          <a:ln w="19050">
            <a:solidFill>
              <a:srgbClr val="982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3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모든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IVOL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분위에서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GP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전략이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rgbClr val="C00000"/>
                </a:solidFill>
                <a:latin typeface="+mn-ea"/>
              </a:rPr>
              <a:t>일관된 성과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보이며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marL="43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모든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GP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분위에서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IVOL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전략이 </a:t>
            </a:r>
            <a:r>
              <a:rPr lang="ko-KR" altLang="en-US" sz="1200" dirty="0">
                <a:solidFill>
                  <a:srgbClr val="C00000"/>
                </a:solidFill>
                <a:latin typeface="+mn-ea"/>
              </a:rPr>
              <a:t>일관된 성과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보인다는 것을 알 수 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260550"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⇒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이를 통해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GP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IVOL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결합한 전략에서 </a:t>
            </a:r>
            <a:br>
              <a:rPr lang="en-US" altLang="ko-KR" sz="12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두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팩터가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모두 유의미한 투자 신호로 작용함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알 수 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Google Shape;203;p12">
            <a:extLst>
              <a:ext uri="{FF2B5EF4-FFF2-40B4-BE49-F238E27FC236}">
                <a16:creationId xmlns:a16="http://schemas.microsoft.com/office/drawing/2014/main" id="{3C44C7DF-F142-63A6-F655-B03A04CFCCE4}"/>
              </a:ext>
            </a:extLst>
          </p:cNvPr>
          <p:cNvGrpSpPr/>
          <p:nvPr/>
        </p:nvGrpSpPr>
        <p:grpSpPr>
          <a:xfrm>
            <a:off x="6361200" y="3800024"/>
            <a:ext cx="5472000" cy="311948"/>
            <a:chOff x="360000" y="1171989"/>
            <a:chExt cx="3565389" cy="311949"/>
          </a:xfrm>
        </p:grpSpPr>
        <p:sp>
          <p:nvSpPr>
            <p:cNvPr id="5" name="Google Shape;204;p12">
              <a:extLst>
                <a:ext uri="{FF2B5EF4-FFF2-40B4-BE49-F238E27FC236}">
                  <a16:creationId xmlns:a16="http://schemas.microsoft.com/office/drawing/2014/main" id="{460BFECF-B7B5-AD7D-84EC-36687CD46260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lvl="0"/>
              <a:r>
                <a:rPr lang="en-US" altLang="ko-KR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Alpha Attribution (Carhart 4-factor)</a:t>
              </a:r>
            </a:p>
          </p:txBody>
        </p:sp>
        <p:cxnSp>
          <p:nvCxnSpPr>
            <p:cNvPr id="7" name="Google Shape;205;p12">
              <a:extLst>
                <a:ext uri="{FF2B5EF4-FFF2-40B4-BE49-F238E27FC236}">
                  <a16:creationId xmlns:a16="http://schemas.microsoft.com/office/drawing/2014/main" id="{D2D31B6C-AFDA-E0D7-365C-11A8BAA166ED}"/>
                </a:ext>
              </a:extLst>
            </p:cNvPr>
            <p:cNvCxnSpPr/>
            <p:nvPr/>
          </p:nvCxnSpPr>
          <p:spPr>
            <a:xfrm>
              <a:off x="360000" y="1478420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" name="Google Shape;236;p11">
            <a:extLst>
              <a:ext uri="{FF2B5EF4-FFF2-40B4-BE49-F238E27FC236}">
                <a16:creationId xmlns:a16="http://schemas.microsoft.com/office/drawing/2014/main" id="{477D7654-FC06-90F8-3114-858046F46B34}"/>
              </a:ext>
            </a:extLst>
          </p:cNvPr>
          <p:cNvSpPr txBox="1"/>
          <p:nvPr/>
        </p:nvSpPr>
        <p:spPr>
          <a:xfrm>
            <a:off x="512898" y="310575"/>
            <a:ext cx="61337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GP &amp; IVOL </a:t>
            </a:r>
            <a:r>
              <a:rPr lang="ko-KR" alt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전략 성과 분석</a:t>
            </a:r>
            <a:endParaRPr lang="en-US" altLang="ko-KR" sz="3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C165E2-8F86-C6E9-9A30-1C4DC1AA038B}"/>
              </a:ext>
            </a:extLst>
          </p:cNvPr>
          <p:cNvSpPr/>
          <p:nvPr/>
        </p:nvSpPr>
        <p:spPr>
          <a:xfrm>
            <a:off x="6361200" y="5282273"/>
            <a:ext cx="5472000" cy="831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Carhart 4-factor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노출을 통제한 이후에도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연 환산 약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5.8% 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0.49%) 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수준의 유의한 초과수익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(α)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을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창출하였다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⇒ </a:t>
            </a:r>
            <a:r>
              <a:rPr lang="ko-KR" altLang="en-US" sz="1200" dirty="0">
                <a:solidFill>
                  <a:schemeClr val="tx1"/>
                </a:solidFill>
              </a:rPr>
              <a:t>이는 전략의 성과가 </a:t>
            </a:r>
            <a:r>
              <a:rPr lang="ko-KR" altLang="en-US" sz="1200" b="1" dirty="0">
                <a:solidFill>
                  <a:schemeClr val="tx1"/>
                </a:solidFill>
              </a:rPr>
              <a:t>고유 </a:t>
            </a:r>
            <a:r>
              <a:rPr lang="en-US" altLang="ko-KR" sz="1200" b="1" dirty="0">
                <a:solidFill>
                  <a:schemeClr val="tx1"/>
                </a:solidFill>
              </a:rPr>
              <a:t>Alpha</a:t>
            </a:r>
            <a:r>
              <a:rPr lang="ko-KR" altLang="en-US" sz="1200" dirty="0">
                <a:solidFill>
                  <a:schemeClr val="tx1"/>
                </a:solidFill>
              </a:rPr>
              <a:t>에 기인함을 시사한다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3" name="Google Shape;200;p12">
            <a:extLst>
              <a:ext uri="{FF2B5EF4-FFF2-40B4-BE49-F238E27FC236}">
                <a16:creationId xmlns:a16="http://schemas.microsoft.com/office/drawing/2014/main" id="{C3141618-1872-9A85-AE55-22078E06D969}"/>
              </a:ext>
            </a:extLst>
          </p:cNvPr>
          <p:cNvGrpSpPr/>
          <p:nvPr/>
        </p:nvGrpSpPr>
        <p:grpSpPr>
          <a:xfrm>
            <a:off x="6251663" y="977661"/>
            <a:ext cx="5472000" cy="311948"/>
            <a:chOff x="311056" y="1171990"/>
            <a:chExt cx="5472000" cy="311948"/>
          </a:xfrm>
        </p:grpSpPr>
        <p:sp>
          <p:nvSpPr>
            <p:cNvPr id="15" name="Google Shape;201;p12">
              <a:extLst>
                <a:ext uri="{FF2B5EF4-FFF2-40B4-BE49-F238E27FC236}">
                  <a16:creationId xmlns:a16="http://schemas.microsoft.com/office/drawing/2014/main" id="{C69B0351-3BBA-7671-0F06-983CD9045071}"/>
                </a:ext>
              </a:extLst>
            </p:cNvPr>
            <p:cNvSpPr/>
            <p:nvPr/>
          </p:nvSpPr>
          <p:spPr>
            <a:xfrm>
              <a:off x="36000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lvl="0"/>
              <a:r>
                <a:rPr lang="en-US" altLang="ko-KR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Cumulative Performance</a:t>
              </a:r>
            </a:p>
          </p:txBody>
        </p:sp>
        <p:cxnSp>
          <p:nvCxnSpPr>
            <p:cNvPr id="25" name="Google Shape;202;p12">
              <a:extLst>
                <a:ext uri="{FF2B5EF4-FFF2-40B4-BE49-F238E27FC236}">
                  <a16:creationId xmlns:a16="http://schemas.microsoft.com/office/drawing/2014/main" id="{09E2C4D1-8D90-F289-2AE3-00DAEE352C50}"/>
                </a:ext>
              </a:extLst>
            </p:cNvPr>
            <p:cNvCxnSpPr/>
            <p:nvPr/>
          </p:nvCxnSpPr>
          <p:spPr>
            <a:xfrm>
              <a:off x="311056" y="1483938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23A68454-2F43-8381-6BDD-BA531EFFF2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240313"/>
              </p:ext>
            </p:extLst>
          </p:nvPr>
        </p:nvGraphicFramePr>
        <p:xfrm>
          <a:off x="6250466" y="1417388"/>
          <a:ext cx="2736000" cy="2388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차트 26">
            <a:extLst>
              <a:ext uri="{FF2B5EF4-FFF2-40B4-BE49-F238E27FC236}">
                <a16:creationId xmlns:a16="http://schemas.microsoft.com/office/drawing/2014/main" id="{21CC0B3F-8E36-C329-56EA-3B6804BABB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9394217"/>
              </p:ext>
            </p:extLst>
          </p:nvPr>
        </p:nvGraphicFramePr>
        <p:xfrm>
          <a:off x="9011501" y="1411871"/>
          <a:ext cx="2736000" cy="2332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0749764-4E4F-40C5-3E7F-CF446485FE49}"/>
              </a:ext>
            </a:extLst>
          </p:cNvPr>
          <p:cNvSpPr txBox="1"/>
          <p:nvPr/>
        </p:nvSpPr>
        <p:spPr>
          <a:xfrm>
            <a:off x="9598913" y="1276568"/>
            <a:ext cx="17317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Log Cumulative NAV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475BA5-A1AF-1ED7-B46F-B9569DC69259}"/>
              </a:ext>
            </a:extLst>
          </p:cNvPr>
          <p:cNvSpPr txBox="1"/>
          <p:nvPr/>
        </p:nvSpPr>
        <p:spPr>
          <a:xfrm>
            <a:off x="6789191" y="1273902"/>
            <a:ext cx="1659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Cumulative NAV</a:t>
            </a:r>
          </a:p>
        </p:txBody>
      </p:sp>
    </p:spTree>
    <p:extLst>
      <p:ext uri="{BB962C8B-B14F-4D97-AF65-F5344CB8AC3E}">
        <p14:creationId xmlns:p14="http://schemas.microsoft.com/office/powerpoint/2010/main" val="149123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49CAF0FF-ABDB-14ED-6AB0-67659E6B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2FD740-211F-59A9-18DE-0E3BE0287295}"/>
              </a:ext>
            </a:extLst>
          </p:cNvPr>
          <p:cNvSpPr/>
          <p:nvPr/>
        </p:nvSpPr>
        <p:spPr>
          <a:xfrm>
            <a:off x="359999" y="3507353"/>
            <a:ext cx="5472000" cy="3329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⇒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장기적으로 </a:t>
            </a:r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benchmark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및 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단일 </a:t>
            </a:r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factor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 대비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우수한 누적 성과</a:t>
            </a:r>
          </a:p>
        </p:txBody>
      </p:sp>
      <p:sp>
        <p:nvSpPr>
          <p:cNvPr id="253" name="Google Shape;253;p9">
            <a:extLst>
              <a:ext uri="{FF2B5EF4-FFF2-40B4-BE49-F238E27FC236}">
                <a16:creationId xmlns:a16="http://schemas.microsoft.com/office/drawing/2014/main" id="{F0406336-7DE7-D5B6-E779-CBBD57989F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sp>
        <p:nvSpPr>
          <p:cNvPr id="254" name="Google Shape;254;p9">
            <a:extLst>
              <a:ext uri="{FF2B5EF4-FFF2-40B4-BE49-F238E27FC236}">
                <a16:creationId xmlns:a16="http://schemas.microsoft.com/office/drawing/2014/main" id="{78A2F082-EE1B-511E-1A15-411582FBE671}"/>
              </a:ext>
            </a:extLst>
          </p:cNvPr>
          <p:cNvSpPr txBox="1"/>
          <p:nvPr/>
        </p:nvSpPr>
        <p:spPr>
          <a:xfrm>
            <a:off x="334963" y="0"/>
            <a:ext cx="2484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03. Performance Analysis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55" name="Google Shape;255;p9">
            <a:extLst>
              <a:ext uri="{FF2B5EF4-FFF2-40B4-BE49-F238E27FC236}">
                <a16:creationId xmlns:a16="http://schemas.microsoft.com/office/drawing/2014/main" id="{E6378B24-2BB3-BF18-9662-64113767C831}"/>
              </a:ext>
            </a:extLst>
          </p:cNvPr>
          <p:cNvSpPr txBox="1"/>
          <p:nvPr/>
        </p:nvSpPr>
        <p:spPr>
          <a:xfrm>
            <a:off x="474399" y="310818"/>
            <a:ext cx="114139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GP </a:t>
            </a:r>
            <a:r>
              <a:rPr lang="ko-KR" alt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상위 </a:t>
            </a:r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20% </a:t>
            </a:r>
            <a:r>
              <a:rPr lang="en-US" altLang="ko-KR" sz="3200" b="1" dirty="0">
                <a:solidFill>
                  <a:schemeClr val="accent2"/>
                </a:solidFill>
                <a:latin typeface="+mj-ea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&amp;</a:t>
            </a:r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IVOL</a:t>
            </a:r>
            <a:r>
              <a:rPr lang="ko-KR" alt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하위 </a:t>
            </a:r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10</a:t>
            </a:r>
            <a:r>
              <a:rPr lang="ko-KR" alt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종목</a:t>
            </a:r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</a:t>
            </a:r>
            <a:r>
              <a:rPr lang="ko-KR" alt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전략</a:t>
            </a:r>
            <a:endParaRPr sz="3200" dirty="0">
              <a:solidFill>
                <a:srgbClr val="982A2F"/>
              </a:solidFill>
              <a:latin typeface="+mn-ea"/>
              <a:ea typeface="+mn-ea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56" name="Google Shape;256;p9">
            <a:extLst>
              <a:ext uri="{FF2B5EF4-FFF2-40B4-BE49-F238E27FC236}">
                <a16:creationId xmlns:a16="http://schemas.microsoft.com/office/drawing/2014/main" id="{1570871F-1062-4FCB-E5FC-17D3B8B94086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9">
            <a:extLst>
              <a:ext uri="{FF2B5EF4-FFF2-40B4-BE49-F238E27FC236}">
                <a16:creationId xmlns:a16="http://schemas.microsoft.com/office/drawing/2014/main" id="{C1A169B9-09DC-4BB1-8C16-65C2DB4AF016}"/>
              </a:ext>
            </a:extLst>
          </p:cNvPr>
          <p:cNvGraphicFramePr/>
          <p:nvPr/>
        </p:nvGraphicFramePr>
        <p:xfrm>
          <a:off x="359999" y="4310807"/>
          <a:ext cx="5472944" cy="842010"/>
        </p:xfrm>
        <a:graphic>
          <a:graphicData uri="http://schemas.openxmlformats.org/drawingml/2006/table">
            <a:tbl>
              <a:tblPr firstRow="1" bandRow="1">
                <a:noFill/>
                <a:tableStyleId>{858D140D-615F-41ED-8C3F-11D4F702E26B}</a:tableStyleId>
              </a:tblPr>
              <a:tblGrid>
                <a:gridCol w="1368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Variable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coefficient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t-stat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P-value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Alpha</a:t>
                      </a:r>
                      <a:endParaRPr sz="1200" b="1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0071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4.134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0.000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Adj. R-squared : 0.</a:t>
                      </a: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Noto Sans KR"/>
                        </a:rPr>
                        <a:t>573</a:t>
                      </a: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5" name="Google Shape;270;p8">
            <a:extLst>
              <a:ext uri="{FF2B5EF4-FFF2-40B4-BE49-F238E27FC236}">
                <a16:creationId xmlns:a16="http://schemas.microsoft.com/office/drawing/2014/main" id="{C10E8D5A-69B4-5FCD-8ACC-A55654F64D4F}"/>
              </a:ext>
            </a:extLst>
          </p:cNvPr>
          <p:cNvGrpSpPr/>
          <p:nvPr/>
        </p:nvGrpSpPr>
        <p:grpSpPr>
          <a:xfrm>
            <a:off x="360000" y="992429"/>
            <a:ext cx="5471999" cy="290799"/>
            <a:chOff x="355900" y="1171989"/>
            <a:chExt cx="3436507" cy="311949"/>
          </a:xfrm>
        </p:grpSpPr>
        <p:sp>
          <p:nvSpPr>
            <p:cNvPr id="26" name="Google Shape;271;p8">
              <a:extLst>
                <a:ext uri="{FF2B5EF4-FFF2-40B4-BE49-F238E27FC236}">
                  <a16:creationId xmlns:a16="http://schemas.microsoft.com/office/drawing/2014/main" id="{5931AD33-1EB0-40F0-075F-9E47155C4173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Cumulative Performance</a:t>
              </a:r>
              <a:endParaRPr sz="14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27" name="Google Shape;272;p8">
              <a:extLst>
                <a:ext uri="{FF2B5EF4-FFF2-40B4-BE49-F238E27FC236}">
                  <a16:creationId xmlns:a16="http://schemas.microsoft.com/office/drawing/2014/main" id="{D316180E-C882-F327-1C89-8E97D5801C39}"/>
                </a:ext>
              </a:extLst>
            </p:cNvPr>
            <p:cNvCxnSpPr>
              <a:cxnSpLocks/>
            </p:cNvCxnSpPr>
            <p:nvPr/>
          </p:nvCxnSpPr>
          <p:spPr>
            <a:xfrm>
              <a:off x="355900" y="1478330"/>
              <a:ext cx="3436507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" name="Google Shape;200;p12">
            <a:extLst>
              <a:ext uri="{FF2B5EF4-FFF2-40B4-BE49-F238E27FC236}">
                <a16:creationId xmlns:a16="http://schemas.microsoft.com/office/drawing/2014/main" id="{1F296F1C-7BF4-F19E-1CF8-34E9F67BDD10}"/>
              </a:ext>
            </a:extLst>
          </p:cNvPr>
          <p:cNvGrpSpPr/>
          <p:nvPr/>
        </p:nvGrpSpPr>
        <p:grpSpPr>
          <a:xfrm>
            <a:off x="360000" y="3874028"/>
            <a:ext cx="5472000" cy="311948"/>
            <a:chOff x="324353" y="1171990"/>
            <a:chExt cx="5472000" cy="311948"/>
          </a:xfrm>
        </p:grpSpPr>
        <p:sp>
          <p:nvSpPr>
            <p:cNvPr id="17" name="Google Shape;201;p12">
              <a:extLst>
                <a:ext uri="{FF2B5EF4-FFF2-40B4-BE49-F238E27FC236}">
                  <a16:creationId xmlns:a16="http://schemas.microsoft.com/office/drawing/2014/main" id="{2B332836-96DC-AA8F-CD6E-0EE38082A503}"/>
                </a:ext>
              </a:extLst>
            </p:cNvPr>
            <p:cNvSpPr/>
            <p:nvPr/>
          </p:nvSpPr>
          <p:spPr>
            <a:xfrm>
              <a:off x="36000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lvl="0"/>
              <a:r>
                <a:rPr lang="en-US" altLang="ko-KR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Alpha Attribution (Carhart 4-factor)</a:t>
              </a:r>
            </a:p>
          </p:txBody>
        </p:sp>
        <p:cxnSp>
          <p:nvCxnSpPr>
            <p:cNvPr id="18" name="Google Shape;202;p12">
              <a:extLst>
                <a:ext uri="{FF2B5EF4-FFF2-40B4-BE49-F238E27FC236}">
                  <a16:creationId xmlns:a16="http://schemas.microsoft.com/office/drawing/2014/main" id="{1AC919CD-424A-8BB6-2B45-DF9ECBD9A7F6}"/>
                </a:ext>
              </a:extLst>
            </p:cNvPr>
            <p:cNvCxnSpPr/>
            <p:nvPr/>
          </p:nvCxnSpPr>
          <p:spPr>
            <a:xfrm>
              <a:off x="324353" y="1483938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4" name="Google Shape;260;p9">
            <a:extLst>
              <a:ext uri="{FF2B5EF4-FFF2-40B4-BE49-F238E27FC236}">
                <a16:creationId xmlns:a16="http://schemas.microsoft.com/office/drawing/2014/main" id="{95AEE60A-5F9A-AE5F-E205-B3786D0B5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009860"/>
              </p:ext>
            </p:extLst>
          </p:nvPr>
        </p:nvGraphicFramePr>
        <p:xfrm>
          <a:off x="6359058" y="1433672"/>
          <a:ext cx="5472000" cy="1723700"/>
        </p:xfrm>
        <a:graphic>
          <a:graphicData uri="http://schemas.openxmlformats.org/drawingml/2006/table">
            <a:tbl>
              <a:tblPr firstRow="1" bandRow="1">
                <a:noFill/>
                <a:tableStyleId>{858D140D-615F-41ED-8C3F-11D4F702E26B}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7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Noto Sans KR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GP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IVOL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GP x IVOL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CAGR</a:t>
                      </a:r>
                      <a:endParaRPr lang="ko-Kore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11.59%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18.08%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19.78%</a:t>
                      </a:r>
                      <a:endParaRPr lang="ko-Kore-KR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Sharpe Ratio</a:t>
                      </a:r>
                      <a:endParaRPr lang="ko-Kore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0.54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0.85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1.04</a:t>
                      </a:r>
                      <a:endParaRPr lang="ko-Kore-KR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764651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Volatility</a:t>
                      </a:r>
                      <a:endParaRPr lang="ko-Kore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24.10%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19.59%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16.8%</a:t>
                      </a:r>
                      <a:endParaRPr lang="ko-Kore-KR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178905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Max Drawdown</a:t>
                      </a:r>
                      <a:endParaRPr lang="ko-Kore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-</a:t>
                      </a:r>
                      <a:r>
                        <a:rPr lang="en-US" altLang="ko-KR" sz="1200" dirty="0"/>
                        <a:t>52.29%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-39.53%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/>
                        <a:t>-24.08%</a:t>
                      </a:r>
                      <a:endParaRPr lang="ko-Kore-KR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866309"/>
                  </a:ext>
                </a:extLst>
              </a:tr>
            </a:tbl>
          </a:graphicData>
        </a:graphic>
      </p:graphicFrame>
      <p:grpSp>
        <p:nvGrpSpPr>
          <p:cNvPr id="5" name="Google Shape;203;p12">
            <a:extLst>
              <a:ext uri="{FF2B5EF4-FFF2-40B4-BE49-F238E27FC236}">
                <a16:creationId xmlns:a16="http://schemas.microsoft.com/office/drawing/2014/main" id="{F10A4294-B533-B072-6EF0-AD82C621C55E}"/>
              </a:ext>
            </a:extLst>
          </p:cNvPr>
          <p:cNvGrpSpPr/>
          <p:nvPr/>
        </p:nvGrpSpPr>
        <p:grpSpPr>
          <a:xfrm>
            <a:off x="6361200" y="971570"/>
            <a:ext cx="5472000" cy="311948"/>
            <a:chOff x="360000" y="1171989"/>
            <a:chExt cx="3565389" cy="311949"/>
          </a:xfrm>
        </p:grpSpPr>
        <p:sp>
          <p:nvSpPr>
            <p:cNvPr id="9" name="Google Shape;204;p12">
              <a:extLst>
                <a:ext uri="{FF2B5EF4-FFF2-40B4-BE49-F238E27FC236}">
                  <a16:creationId xmlns:a16="http://schemas.microsoft.com/office/drawing/2014/main" id="{EBD1F514-F18D-8DEF-B029-BEE0D9B3AE82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단일 </a:t>
              </a:r>
              <a:r>
                <a:rPr lang="ko-KR" altLang="en-US" sz="1400" b="1" dirty="0" err="1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팩터</a:t>
              </a:r>
              <a:r>
                <a:rPr lang="ko-KR" alt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 대비 성과 지표</a:t>
              </a:r>
              <a:endParaRPr sz="14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3" name="Google Shape;205;p12">
              <a:extLst>
                <a:ext uri="{FF2B5EF4-FFF2-40B4-BE49-F238E27FC236}">
                  <a16:creationId xmlns:a16="http://schemas.microsoft.com/office/drawing/2014/main" id="{C4C758DE-F69E-CC78-2B0C-7FB6A2B83A54}"/>
                </a:ext>
              </a:extLst>
            </p:cNvPr>
            <p:cNvCxnSpPr/>
            <p:nvPr/>
          </p:nvCxnSpPr>
          <p:spPr>
            <a:xfrm>
              <a:off x="360000" y="1478420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56531C-7ECC-8588-B3FA-5DD1C7C9F295}"/>
              </a:ext>
            </a:extLst>
          </p:cNvPr>
          <p:cNvSpPr/>
          <p:nvPr/>
        </p:nvSpPr>
        <p:spPr>
          <a:xfrm>
            <a:off x="10447567" y="1443746"/>
            <a:ext cx="1356833" cy="1684869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grpSp>
        <p:nvGrpSpPr>
          <p:cNvPr id="20" name="Google Shape;200;p12">
            <a:extLst>
              <a:ext uri="{FF2B5EF4-FFF2-40B4-BE49-F238E27FC236}">
                <a16:creationId xmlns:a16="http://schemas.microsoft.com/office/drawing/2014/main" id="{0F6AA1D5-F2B4-FB3E-D331-3D3AE6F643DE}"/>
              </a:ext>
            </a:extLst>
          </p:cNvPr>
          <p:cNvGrpSpPr/>
          <p:nvPr/>
        </p:nvGrpSpPr>
        <p:grpSpPr>
          <a:xfrm>
            <a:off x="6361200" y="3861356"/>
            <a:ext cx="5472000" cy="311948"/>
            <a:chOff x="311056" y="1171990"/>
            <a:chExt cx="5472000" cy="311948"/>
          </a:xfrm>
        </p:grpSpPr>
        <p:sp>
          <p:nvSpPr>
            <p:cNvPr id="21" name="Google Shape;201;p12">
              <a:extLst>
                <a:ext uri="{FF2B5EF4-FFF2-40B4-BE49-F238E27FC236}">
                  <a16:creationId xmlns:a16="http://schemas.microsoft.com/office/drawing/2014/main" id="{13DDC277-FD41-E5DE-45A6-81F40F3DE511}"/>
                </a:ext>
              </a:extLst>
            </p:cNvPr>
            <p:cNvSpPr/>
            <p:nvPr/>
          </p:nvSpPr>
          <p:spPr>
            <a:xfrm>
              <a:off x="360000" y="1171990"/>
              <a:ext cx="4976397" cy="3119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lvl="0"/>
              <a:r>
                <a:rPr lang="en-US" altLang="ko-KR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* Turnover</a:t>
              </a:r>
            </a:p>
          </p:txBody>
        </p:sp>
        <p:cxnSp>
          <p:nvCxnSpPr>
            <p:cNvPr id="22" name="Google Shape;202;p12">
              <a:extLst>
                <a:ext uri="{FF2B5EF4-FFF2-40B4-BE49-F238E27FC236}">
                  <a16:creationId xmlns:a16="http://schemas.microsoft.com/office/drawing/2014/main" id="{8F807235-B73D-EA6B-45C6-4FBEA4EBDE31}"/>
                </a:ext>
              </a:extLst>
            </p:cNvPr>
            <p:cNvCxnSpPr/>
            <p:nvPr/>
          </p:nvCxnSpPr>
          <p:spPr>
            <a:xfrm>
              <a:off x="311056" y="1483938"/>
              <a:ext cx="5472000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31" name="차트 30">
            <a:extLst>
              <a:ext uri="{FF2B5EF4-FFF2-40B4-BE49-F238E27FC236}">
                <a16:creationId xmlns:a16="http://schemas.microsoft.com/office/drawing/2014/main" id="{49CD3C6D-6255-1B59-A180-33D862BEF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498356"/>
              </p:ext>
            </p:extLst>
          </p:nvPr>
        </p:nvGraphicFramePr>
        <p:xfrm>
          <a:off x="487754" y="1380105"/>
          <a:ext cx="5407200" cy="2048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ED00DE1D-245F-5966-85E5-9F6F282559A3}"/>
              </a:ext>
            </a:extLst>
          </p:cNvPr>
          <p:cNvSpPr txBox="1"/>
          <p:nvPr/>
        </p:nvSpPr>
        <p:spPr>
          <a:xfrm>
            <a:off x="6359059" y="4304772"/>
            <a:ext cx="3165469" cy="1291888"/>
          </a:xfrm>
          <a:prstGeom prst="rect">
            <a:avLst/>
          </a:prstGeom>
          <a:solidFill>
            <a:srgbClr val="F2F2F2"/>
          </a:solidFill>
        </p:spPr>
        <p:txBody>
          <a:bodyPr wrap="square" lIns="0" anchor="ctr" anchorCtr="0">
            <a:noAutofit/>
          </a:bodyPr>
          <a:lstStyle/>
          <a:p>
            <a:pPr marL="360000" indent="-2160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  <a:ea typeface="+mn-ea"/>
              </a:rPr>
              <a:t>분기말 월 평균 </a:t>
            </a:r>
            <a:r>
              <a:rPr lang="en-US" altLang="ko-KR" sz="1200" dirty="0">
                <a:latin typeface="+mn-ea"/>
                <a:ea typeface="+mn-ea"/>
              </a:rPr>
              <a:t>Turnover : </a:t>
            </a:r>
            <a:r>
              <a:rPr lang="en-US" altLang="ko-KR" sz="1200" b="1" dirty="0">
                <a:latin typeface="+mn-ea"/>
                <a:ea typeface="+mn-ea"/>
              </a:rPr>
              <a:t>32.71% </a:t>
            </a:r>
          </a:p>
          <a:p>
            <a:pPr marL="360000" indent="-2160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  <a:ea typeface="+mn-ea"/>
              </a:rPr>
              <a:t>분기말 </a:t>
            </a:r>
            <a:r>
              <a:rPr lang="ko-KR" altLang="en-US" sz="1200" dirty="0">
                <a:solidFill>
                  <a:srgbClr val="C00000"/>
                </a:solidFill>
                <a:latin typeface="+mn-ea"/>
                <a:ea typeface="+mn-ea"/>
              </a:rPr>
              <a:t>제외</a:t>
            </a:r>
            <a:r>
              <a:rPr lang="ko-KR" altLang="en-US" sz="1200" dirty="0">
                <a:latin typeface="+mn-ea"/>
                <a:ea typeface="+mn-ea"/>
              </a:rPr>
              <a:t> 월 평균 </a:t>
            </a:r>
            <a:r>
              <a:rPr lang="en-US" altLang="ko-KR" sz="1200" dirty="0">
                <a:latin typeface="+mn-ea"/>
                <a:ea typeface="+mn-ea"/>
              </a:rPr>
              <a:t>Turnover : </a:t>
            </a:r>
            <a:r>
              <a:rPr lang="en-US" altLang="ko-KR" sz="1200" b="1" dirty="0">
                <a:latin typeface="+mn-ea"/>
                <a:ea typeface="+mn-ea"/>
              </a:rPr>
              <a:t>12.17%</a:t>
            </a:r>
          </a:p>
          <a:p>
            <a:pPr marL="360000" indent="-285750">
              <a:buFont typeface="Wingdings" panose="05000000000000000000" pitchFamily="2" charset="2"/>
              <a:buChar char="ü"/>
            </a:pPr>
            <a:endParaRPr lang="en-US" altLang="ko-KR" sz="1200" b="1" dirty="0">
              <a:latin typeface="+mn-ea"/>
              <a:ea typeface="+mn-ea"/>
            </a:endParaRPr>
          </a:p>
          <a:p>
            <a:pPr marL="74250" algn="ctr"/>
            <a:r>
              <a:rPr lang="ko-KR" altLang="en-US" sz="1200" dirty="0">
                <a:latin typeface="+mn-ea"/>
                <a:ea typeface="+mn-ea"/>
              </a:rPr>
              <a:t>    </a:t>
            </a:r>
            <a:r>
              <a:rPr lang="ko-KR" altLang="en-US" sz="1200" b="1" dirty="0">
                <a:latin typeface="+mn-ea"/>
                <a:ea typeface="+mn-ea"/>
              </a:rPr>
              <a:t>→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solidFill>
                  <a:srgbClr val="C00000"/>
                </a:solidFill>
                <a:latin typeface="+mn-ea"/>
                <a:ea typeface="+mn-ea"/>
              </a:rPr>
              <a:t>재무데이터 발표 시점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이 아닌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 marL="74250" algn="ctr"/>
            <a:r>
              <a:rPr lang="ko-KR" altLang="en-US" sz="1200" dirty="0">
                <a:latin typeface="+mn-ea"/>
                <a:ea typeface="+mn-ea"/>
              </a:rPr>
              <a:t>평상시 </a:t>
            </a:r>
            <a:r>
              <a:rPr lang="en-US" altLang="ko-KR" sz="1200" dirty="0">
                <a:latin typeface="+mn-ea"/>
                <a:ea typeface="+mn-ea"/>
              </a:rPr>
              <a:t>Turnover</a:t>
            </a:r>
            <a:r>
              <a:rPr lang="ko-KR" altLang="en-US" sz="1200" dirty="0">
                <a:latin typeface="+mn-ea"/>
                <a:ea typeface="+mn-ea"/>
              </a:rPr>
              <a:t>는 </a:t>
            </a:r>
            <a:r>
              <a:rPr lang="ko-KR" altLang="en-US" sz="1200" b="1" dirty="0">
                <a:latin typeface="+mn-ea"/>
                <a:ea typeface="+mn-ea"/>
              </a:rPr>
              <a:t>안정적</a:t>
            </a:r>
            <a:endParaRPr lang="en-US" altLang="ko-KR" sz="1200" b="1" dirty="0">
              <a:latin typeface="+mn-ea"/>
              <a:ea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58A2EC5-ECAD-0C19-9D3C-4855D87CE628}"/>
              </a:ext>
            </a:extLst>
          </p:cNvPr>
          <p:cNvSpPr/>
          <p:nvPr/>
        </p:nvSpPr>
        <p:spPr>
          <a:xfrm>
            <a:off x="6359057" y="3507353"/>
            <a:ext cx="5471999" cy="32052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2550"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⇒ 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단일 </a:t>
            </a:r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factor 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대비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모든 부분에서 개선된 성과지표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C51E2B-F92C-421C-7EE3-9C87C3D3C103}"/>
              </a:ext>
            </a:extLst>
          </p:cNvPr>
          <p:cNvSpPr/>
          <p:nvPr/>
        </p:nvSpPr>
        <p:spPr>
          <a:xfrm>
            <a:off x="360000" y="5301573"/>
            <a:ext cx="5472000" cy="8277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Carhart 4-factor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노출을 통제한 이후에도</a:t>
            </a: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연환산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약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8.5% 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0.71%)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수준의 유의한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Alpha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창출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⇒ </a:t>
            </a:r>
            <a:r>
              <a:rPr lang="ko-KR" altLang="en-US" sz="1200" dirty="0">
                <a:solidFill>
                  <a:schemeClr val="tx1"/>
                </a:solidFill>
              </a:rPr>
              <a:t>이는 전략의 성과가 </a:t>
            </a:r>
            <a:r>
              <a:rPr lang="ko-KR" altLang="en-US" sz="1200" b="1" dirty="0">
                <a:solidFill>
                  <a:schemeClr val="tx1"/>
                </a:solidFill>
              </a:rPr>
              <a:t>고유 </a:t>
            </a:r>
            <a:r>
              <a:rPr lang="en-US" altLang="ko-KR" sz="1200" b="1" dirty="0">
                <a:solidFill>
                  <a:schemeClr val="tx1"/>
                </a:solidFill>
              </a:rPr>
              <a:t>Alpha</a:t>
            </a:r>
            <a:r>
              <a:rPr lang="ko-KR" altLang="en-US" sz="1200" dirty="0">
                <a:solidFill>
                  <a:schemeClr val="tx1"/>
                </a:solidFill>
              </a:rPr>
              <a:t>에 기인함을 시사한다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B99C41-3BE8-0825-A995-55BDBBB074DD}"/>
                  </a:ext>
                </a:extLst>
              </p:cNvPr>
              <p:cNvSpPr txBox="1"/>
              <p:nvPr/>
            </p:nvSpPr>
            <p:spPr>
              <a:xfrm>
                <a:off x="10043215" y="6114753"/>
                <a:ext cx="1915268" cy="358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dirty="0">
                    <a:solidFill>
                      <a:srgbClr val="982A2F"/>
                    </a:solidFill>
                    <a:latin typeface="+mn-ea"/>
                    <a:ea typeface="+mn-ea"/>
                  </a:rPr>
                  <a:t>*</a:t>
                </a:r>
                <a:r>
                  <a:rPr lang="en-US" altLang="ko-KR" sz="110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i="0" dirty="0" smtClean="0">
                        <a:latin typeface="Cambria Math" panose="02040503050406030204" pitchFamily="18" charset="0"/>
                        <a:ea typeface="+mn-ea"/>
                      </a:rPr>
                      <m:t>T</m:t>
                    </m:r>
                    <m:r>
                      <m:rPr>
                        <m:sty m:val="p"/>
                      </m:rPr>
                      <a:rPr lang="en-US" altLang="ko-KR" sz="1100" i="0" dirty="0" smtClean="0">
                        <a:latin typeface="Cambria Math" panose="02040503050406030204" pitchFamily="18" charset="0"/>
                        <a:ea typeface="+mn-ea"/>
                      </a:rPr>
                      <m:t>urnover</m:t>
                    </m:r>
                    <m:r>
                      <a:rPr lang="en-US" altLang="ko-KR" sz="1100" b="0" i="0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ko-KR" sz="110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ko-KR" sz="1100" i="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100" i="0" dirty="0" err="1">
                            <a:latin typeface="Cambria Math" panose="02040503050406030204" pitchFamily="18" charset="0"/>
                          </a:rPr>
                          <m:t>Buy</m:t>
                        </m:r>
                        <m:r>
                          <a:rPr lang="en-US" altLang="ko-KR" sz="1100" i="0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100" i="0" dirty="0" err="1">
                            <a:latin typeface="Cambria Math" panose="02040503050406030204" pitchFamily="18" charset="0"/>
                          </a:rPr>
                          <m:t>Sell</m:t>
                        </m:r>
                        <m:r>
                          <a:rPr lang="en-US" altLang="ko-KR" sz="1100" i="0" dirty="0">
                            <a:latin typeface="Cambria Math" panose="02040503050406030204" pitchFamily="18" charset="0"/>
                          </a:rPr>
                          <m:t>)/2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100" b="0" i="0" dirty="0" smtClean="0">
                            <a:latin typeface="Cambria Math" panose="02040503050406030204" pitchFamily="18" charset="0"/>
                            <a:ea typeface="+mn-ea"/>
                          </a:rPr>
                          <m:t>Total</m:t>
                        </m:r>
                        <m:r>
                          <a:rPr lang="en-US" altLang="ko-KR" sz="1100" b="0" i="0" dirty="0" smtClean="0">
                            <a:latin typeface="Cambria Math" panose="02040503050406030204" pitchFamily="18" charset="0"/>
                            <a:ea typeface="+mn-ea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100" b="0" i="0" dirty="0" smtClean="0">
                            <a:latin typeface="Cambria Math" panose="02040503050406030204" pitchFamily="18" charset="0"/>
                            <a:ea typeface="+mn-ea"/>
                          </a:rPr>
                          <m:t>portfolio</m:t>
                        </m:r>
                      </m:den>
                    </m:f>
                  </m:oMath>
                </a14:m>
                <a:endParaRPr lang="en-US" altLang="ko-KR" sz="11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6FDC2A-D8A5-E415-739D-D55A2542A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215" y="6114753"/>
                <a:ext cx="1915268" cy="358688"/>
              </a:xfrm>
              <a:prstGeom prst="rect">
                <a:avLst/>
              </a:prstGeom>
              <a:blipFill>
                <a:blip r:embed="rId4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D1693BB-4D02-BD81-96B6-7EA329EB079C}"/>
              </a:ext>
            </a:extLst>
          </p:cNvPr>
          <p:cNvSpPr txBox="1"/>
          <p:nvPr/>
        </p:nvSpPr>
        <p:spPr>
          <a:xfrm>
            <a:off x="9700591" y="4304052"/>
            <a:ext cx="2131409" cy="1292608"/>
          </a:xfrm>
          <a:prstGeom prst="rect">
            <a:avLst/>
          </a:prstGeom>
          <a:solidFill>
            <a:srgbClr val="F2F2F2"/>
          </a:solidFill>
        </p:spPr>
        <p:txBody>
          <a:bodyPr wrap="square" lIns="0" anchor="ctr" anchorCtr="0">
            <a:noAutofit/>
          </a:bodyPr>
          <a:lstStyle/>
          <a:p>
            <a:pPr marL="360000" indent="-2160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  <a:ea typeface="+mn-ea"/>
              </a:rPr>
              <a:t>유동성</a:t>
            </a:r>
            <a:r>
              <a:rPr lang="en-US" altLang="ko-KR" sz="1200" dirty="0">
                <a:solidFill>
                  <a:srgbClr val="C00000"/>
                </a:solidFill>
                <a:latin typeface="+mn-ea"/>
              </a:rPr>
              <a:t>*</a:t>
            </a:r>
            <a:r>
              <a:rPr lang="ko-KR" altLang="en-US" sz="1200" dirty="0">
                <a:latin typeface="+mn-ea"/>
                <a:ea typeface="+mn-ea"/>
              </a:rPr>
              <a:t> 고려한 거래비용 적용 후에도 성과 유지</a:t>
            </a:r>
            <a:endParaRPr lang="en-US" altLang="ko-KR" sz="1200" dirty="0">
              <a:latin typeface="+mn-ea"/>
              <a:ea typeface="+mn-ea"/>
            </a:endParaRPr>
          </a:p>
          <a:p>
            <a:pPr marL="144000"/>
            <a:endParaRPr lang="en-US" altLang="ko-KR" sz="1200" b="1" dirty="0">
              <a:latin typeface="+mn-ea"/>
              <a:ea typeface="+mn-ea"/>
            </a:endParaRPr>
          </a:p>
          <a:p>
            <a:pPr marL="144000"/>
            <a:endParaRPr lang="en-US" altLang="ko-KR" sz="1200" b="1" dirty="0">
              <a:latin typeface="+mn-ea"/>
              <a:ea typeface="+mn-ea"/>
            </a:endParaRPr>
          </a:p>
          <a:p>
            <a:pPr marL="74250"/>
            <a:endParaRPr lang="en-US" altLang="ko-KR" sz="120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B3C7C2-4B7D-D7D1-E32D-7834D34ADC8B}"/>
              </a:ext>
            </a:extLst>
          </p:cNvPr>
          <p:cNvSpPr txBox="1"/>
          <p:nvPr/>
        </p:nvSpPr>
        <p:spPr>
          <a:xfrm>
            <a:off x="6359058" y="5732305"/>
            <a:ext cx="5471999" cy="397033"/>
          </a:xfrm>
          <a:prstGeom prst="rect">
            <a:avLst/>
          </a:prstGeom>
          <a:solidFill>
            <a:srgbClr val="EBB5B8">
              <a:alpha val="31000"/>
            </a:srgbClr>
          </a:solidFill>
        </p:spPr>
        <p:txBody>
          <a:bodyPr wrap="square" anchor="ctr" anchorCtr="0">
            <a:noAutofit/>
          </a:bodyPr>
          <a:lstStyle/>
          <a:p>
            <a:pPr marL="74250" algn="ctr"/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⇒</a:t>
            </a:r>
            <a:r>
              <a:rPr lang="ko-KR" altLang="en-US" b="1" dirty="0">
                <a:latin typeface="+mn-ea"/>
                <a:ea typeface="+mn-ea"/>
              </a:rPr>
              <a:t> 실제 운용 가능성 검증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3D95F-29F3-136D-F408-A2AB83A387DB}"/>
              </a:ext>
            </a:extLst>
          </p:cNvPr>
          <p:cNvSpPr txBox="1"/>
          <p:nvPr/>
        </p:nvSpPr>
        <p:spPr>
          <a:xfrm>
            <a:off x="10447567" y="5301573"/>
            <a:ext cx="13568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C00000"/>
                </a:solidFill>
                <a:latin typeface="+mn-ea"/>
              </a:rPr>
              <a:t>*</a:t>
            </a:r>
            <a:r>
              <a:rPr lang="ko-KR" altLang="en-US" sz="1050" dirty="0">
                <a:latin typeface="+mn-ea"/>
                <a:ea typeface="+mn-ea"/>
              </a:rPr>
              <a:t>  </a:t>
            </a:r>
            <a:r>
              <a:rPr lang="en-US" altLang="ko-KR" sz="1050" dirty="0" err="1">
                <a:latin typeface="+mn-ea"/>
                <a:ea typeface="+mn-ea"/>
              </a:rPr>
              <a:t>Amihud</a:t>
            </a:r>
            <a:r>
              <a:rPr lang="en-US" altLang="ko-KR" sz="1050" dirty="0">
                <a:latin typeface="+mn-ea"/>
                <a:ea typeface="+mn-ea"/>
              </a:rPr>
              <a:t> </a:t>
            </a:r>
            <a:r>
              <a:rPr lang="ko-KR" altLang="en-US" sz="1050" dirty="0" err="1">
                <a:latin typeface="+mn-ea"/>
                <a:ea typeface="+mn-ea"/>
              </a:rPr>
              <a:t>비유동성</a:t>
            </a:r>
            <a:endParaRPr lang="ko-KR" altLang="en-US" sz="105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B46CD-8EE1-95D7-9C18-453473ECA8C6}"/>
              </a:ext>
            </a:extLst>
          </p:cNvPr>
          <p:cNvSpPr txBox="1"/>
          <p:nvPr/>
        </p:nvSpPr>
        <p:spPr>
          <a:xfrm>
            <a:off x="7302175" y="2460415"/>
            <a:ext cx="216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EE7D54-6B07-C0BC-093A-528BE1B1A4E6}"/>
                  </a:ext>
                </a:extLst>
              </p:cNvPr>
              <p:cNvSpPr txBox="1"/>
              <p:nvPr/>
            </p:nvSpPr>
            <p:spPr>
              <a:xfrm>
                <a:off x="9215121" y="3146465"/>
                <a:ext cx="2639188" cy="295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dirty="0">
                    <a:solidFill>
                      <a:srgbClr val="982A2F"/>
                    </a:solidFill>
                    <a:latin typeface="+mn-ea"/>
                    <a:ea typeface="+mn-ea"/>
                  </a:rPr>
                  <a:t>*</a:t>
                </a:r>
                <a:r>
                  <a:rPr lang="en-US" altLang="ko-KR" sz="110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dirty="0">
                        <a:latin typeface="Cambria Math" panose="02040503050406030204" pitchFamily="18" charset="0"/>
                        <a:ea typeface="+mn-ea"/>
                      </a:rPr>
                      <m:t>V</m:t>
                    </m:r>
                    <m:r>
                      <m:rPr>
                        <m:sty m:val="p"/>
                      </m:rPr>
                      <a:rPr lang="en-US" altLang="ko-KR" sz="1100" b="0" i="0" dirty="0" smtClean="0">
                        <a:latin typeface="Cambria Math" panose="02040503050406030204" pitchFamily="18" charset="0"/>
                        <a:ea typeface="+mn-ea"/>
                      </a:rPr>
                      <m:t>olatility</m:t>
                    </m:r>
                    <m:r>
                      <a:rPr lang="en-US" altLang="ko-KR" sz="1100" b="0" i="0" dirty="0" smtClean="0">
                        <a:latin typeface="Cambria Math" panose="02040503050406030204" pitchFamily="18" charset="0"/>
                        <a:ea typeface="+mn-ea"/>
                      </a:rPr>
                      <m:t> :</m:t>
                    </m:r>
                    <m:sSub>
                      <m:sSubPr>
                        <m:ctrlPr>
                          <a:rPr lang="en-US" altLang="ko-K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</m:e>
                      <m:sub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𝑎𝑛𝑛𝑢𝑎𝑙</m:t>
                        </m:r>
                      </m:sub>
                    </m:sSub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1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1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</a:rPr>
                          <m:t>𝑚𝑜𝑛𝑡h𝑙𝑦</m:t>
                        </m:r>
                      </m:sub>
                    </m:sSub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ad>
                      <m:radPr>
                        <m:degHide m:val="on"/>
                        <m:ctrlPr>
                          <a:rPr lang="en-US" altLang="ko-K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nor/>
                      </m:rPr>
                      <a:rPr lang="en-US" altLang="ko-KR" sz="1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​</m:t>
                    </m:r>
                  </m:oMath>
                </a14:m>
                <a:endParaRPr lang="en-US" altLang="ko-KR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EE7D54-6B07-C0BC-093A-528BE1B1A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121" y="3146465"/>
                <a:ext cx="2639188" cy="295337"/>
              </a:xfrm>
              <a:prstGeom prst="rect">
                <a:avLst/>
              </a:prstGeom>
              <a:blipFill>
                <a:blip r:embed="rId5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74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E010EA00-07DF-2E73-60C4-AD9FF75F4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>
            <a:extLst>
              <a:ext uri="{FF2B5EF4-FFF2-40B4-BE49-F238E27FC236}">
                <a16:creationId xmlns:a16="http://schemas.microsoft.com/office/drawing/2014/main" id="{DF5E0E06-4FBC-90CA-1B2F-36C50966D3F1}"/>
              </a:ext>
            </a:extLst>
          </p:cNvPr>
          <p:cNvSpPr txBox="1"/>
          <p:nvPr/>
        </p:nvSpPr>
        <p:spPr>
          <a:xfrm>
            <a:off x="334963" y="0"/>
            <a:ext cx="2484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03. Performance Analysis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55" name="Google Shape;255;p9">
            <a:extLst>
              <a:ext uri="{FF2B5EF4-FFF2-40B4-BE49-F238E27FC236}">
                <a16:creationId xmlns:a16="http://schemas.microsoft.com/office/drawing/2014/main" id="{E98AF8AA-B156-7E54-9294-1BDAE2E55F15}"/>
              </a:ext>
            </a:extLst>
          </p:cNvPr>
          <p:cNvSpPr txBox="1"/>
          <p:nvPr/>
        </p:nvSpPr>
        <p:spPr>
          <a:xfrm>
            <a:off x="474399" y="310818"/>
            <a:ext cx="114139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종목</a:t>
            </a:r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 Snapshot &amp; </a:t>
            </a:r>
            <a:r>
              <a:rPr lang="ko-KR" altLang="en-US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예상 </a:t>
            </a:r>
            <a:r>
              <a:rPr lang="en-US" altLang="ko-KR" sz="32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rPr>
              <a:t>AUM </a:t>
            </a:r>
            <a:endParaRPr sz="3200" dirty="0">
              <a:solidFill>
                <a:srgbClr val="982A2F"/>
              </a:solidFill>
              <a:latin typeface="+mn-ea"/>
              <a:ea typeface="+mn-ea"/>
              <a:cs typeface="Pretendard" panose="02000503000000020004" pitchFamily="2" charset="-127"/>
              <a:sym typeface="Noto Sans KR"/>
            </a:endParaRPr>
          </a:p>
        </p:txBody>
      </p:sp>
      <p:sp>
        <p:nvSpPr>
          <p:cNvPr id="256" name="Google Shape;256;p9">
            <a:extLst>
              <a:ext uri="{FF2B5EF4-FFF2-40B4-BE49-F238E27FC236}">
                <a16:creationId xmlns:a16="http://schemas.microsoft.com/office/drawing/2014/main" id="{7DCABA07-DA54-0A17-5075-F852DB430A63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70;p8">
            <a:extLst>
              <a:ext uri="{FF2B5EF4-FFF2-40B4-BE49-F238E27FC236}">
                <a16:creationId xmlns:a16="http://schemas.microsoft.com/office/drawing/2014/main" id="{A69DD0E3-12ED-B9C4-D9D1-2685B4713CA1}"/>
              </a:ext>
            </a:extLst>
          </p:cNvPr>
          <p:cNvGrpSpPr/>
          <p:nvPr/>
        </p:nvGrpSpPr>
        <p:grpSpPr>
          <a:xfrm>
            <a:off x="360000" y="992429"/>
            <a:ext cx="5471999" cy="290799"/>
            <a:chOff x="355900" y="1171989"/>
            <a:chExt cx="3436507" cy="311949"/>
          </a:xfrm>
        </p:grpSpPr>
        <p:sp>
          <p:nvSpPr>
            <p:cNvPr id="26" name="Google Shape;271;p8">
              <a:extLst>
                <a:ext uri="{FF2B5EF4-FFF2-40B4-BE49-F238E27FC236}">
                  <a16:creationId xmlns:a16="http://schemas.microsoft.com/office/drawing/2014/main" id="{6F74E045-77FB-24A0-00E8-61303954F990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종목 </a:t>
              </a:r>
              <a:r>
                <a:rPr lang="en-US" altLang="ko-KR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Snapshot</a:t>
              </a:r>
              <a:endParaRPr sz="14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27" name="Google Shape;272;p8">
              <a:extLst>
                <a:ext uri="{FF2B5EF4-FFF2-40B4-BE49-F238E27FC236}">
                  <a16:creationId xmlns:a16="http://schemas.microsoft.com/office/drawing/2014/main" id="{09B08B7F-82B8-98E1-295A-8C60EB2F71CB}"/>
                </a:ext>
              </a:extLst>
            </p:cNvPr>
            <p:cNvCxnSpPr>
              <a:cxnSpLocks/>
            </p:cNvCxnSpPr>
            <p:nvPr/>
          </p:nvCxnSpPr>
          <p:spPr>
            <a:xfrm>
              <a:off x="355900" y="1478330"/>
              <a:ext cx="3436507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" name="Google Shape;203;p12">
            <a:extLst>
              <a:ext uri="{FF2B5EF4-FFF2-40B4-BE49-F238E27FC236}">
                <a16:creationId xmlns:a16="http://schemas.microsoft.com/office/drawing/2014/main" id="{B2818D01-56DF-AED0-D717-5EAA17670873}"/>
              </a:ext>
            </a:extLst>
          </p:cNvPr>
          <p:cNvGrpSpPr/>
          <p:nvPr/>
        </p:nvGrpSpPr>
        <p:grpSpPr>
          <a:xfrm>
            <a:off x="6361200" y="971570"/>
            <a:ext cx="5472000" cy="311948"/>
            <a:chOff x="360000" y="1171989"/>
            <a:chExt cx="3565389" cy="311949"/>
          </a:xfrm>
        </p:grpSpPr>
        <p:sp>
          <p:nvSpPr>
            <p:cNvPr id="9" name="Google Shape;204;p12">
              <a:extLst>
                <a:ext uri="{FF2B5EF4-FFF2-40B4-BE49-F238E27FC236}">
                  <a16:creationId xmlns:a16="http://schemas.microsoft.com/office/drawing/2014/main" id="{401EA11F-D425-62B2-303F-A04D845B48B7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예상 </a:t>
              </a:r>
              <a:r>
                <a:rPr lang="en-US" altLang="ko-KR" sz="1400" b="1" dirty="0">
                  <a:solidFill>
                    <a:schemeClr val="accent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oto Sans KR"/>
                </a:rPr>
                <a:t>AUM</a:t>
              </a:r>
              <a:endParaRPr sz="1400" b="1" dirty="0">
                <a:solidFill>
                  <a:schemeClr val="accent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oto Sans KR"/>
              </a:endParaRPr>
            </a:p>
          </p:txBody>
        </p:sp>
        <p:cxnSp>
          <p:nvCxnSpPr>
            <p:cNvPr id="13" name="Google Shape;205;p12">
              <a:extLst>
                <a:ext uri="{FF2B5EF4-FFF2-40B4-BE49-F238E27FC236}">
                  <a16:creationId xmlns:a16="http://schemas.microsoft.com/office/drawing/2014/main" id="{F0831532-39C1-3B98-D978-9B47104665AF}"/>
                </a:ext>
              </a:extLst>
            </p:cNvPr>
            <p:cNvCxnSpPr/>
            <p:nvPr/>
          </p:nvCxnSpPr>
          <p:spPr>
            <a:xfrm>
              <a:off x="360000" y="1478420"/>
              <a:ext cx="3565389" cy="0"/>
            </a:xfrm>
            <a:prstGeom prst="straightConnector1">
              <a:avLst/>
            </a:prstGeom>
            <a:noFill/>
            <a:ln w="666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E28F4E37-BB2C-DAC5-5496-135A53F88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326210"/>
              </p:ext>
            </p:extLst>
          </p:nvPr>
        </p:nvGraphicFramePr>
        <p:xfrm>
          <a:off x="360000" y="1479790"/>
          <a:ext cx="5472000" cy="2483221"/>
        </p:xfrm>
        <a:graphic>
          <a:graphicData uri="http://schemas.openxmlformats.org/drawingml/2006/table">
            <a:tbl>
              <a:tblPr/>
              <a:tblGrid>
                <a:gridCol w="920429">
                  <a:extLst>
                    <a:ext uri="{9D8B030D-6E8A-4147-A177-3AD203B41FA5}">
                      <a16:colId xmlns:a16="http://schemas.microsoft.com/office/drawing/2014/main" val="1690098957"/>
                    </a:ext>
                  </a:extLst>
                </a:gridCol>
                <a:gridCol w="910314">
                  <a:extLst>
                    <a:ext uri="{9D8B030D-6E8A-4147-A177-3AD203B41FA5}">
                      <a16:colId xmlns:a16="http://schemas.microsoft.com/office/drawing/2014/main" val="2714060231"/>
                    </a:ext>
                  </a:extLst>
                </a:gridCol>
                <a:gridCol w="333782">
                  <a:extLst>
                    <a:ext uri="{9D8B030D-6E8A-4147-A177-3AD203B41FA5}">
                      <a16:colId xmlns:a16="http://schemas.microsoft.com/office/drawing/2014/main" val="644495995"/>
                    </a:ext>
                  </a:extLst>
                </a:gridCol>
                <a:gridCol w="960887">
                  <a:extLst>
                    <a:ext uri="{9D8B030D-6E8A-4147-A177-3AD203B41FA5}">
                      <a16:colId xmlns:a16="http://schemas.microsoft.com/office/drawing/2014/main" val="3095124280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2966422879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1681853049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2889498072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4065511258"/>
                    </a:ext>
                  </a:extLst>
                </a:gridCol>
              </a:tblGrid>
              <a:tr h="559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Rebalance Date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Return Date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Ticker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GP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IVOL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Trading Value 60D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Next Month Return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41719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이크레더블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0.4041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14,102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7.50%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2737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나이스디앤비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0.0375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18,157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5.60%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034528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제노레이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0.0799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15,495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-7.23%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397666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스카이라이프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0.2519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34,313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6.98%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6634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삼진제약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0.0723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35,862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5.42%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340814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경농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0.0712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22,401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-2.53%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57927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이노션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0.0970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116,624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5.71%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362665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텔레콤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0.1480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670,704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2.29%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88248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제일기획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0.1536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278,121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11.30%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569652"/>
                  </a:ext>
                </a:extLst>
              </a:tr>
              <a:tr h="1923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애드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0.1177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0.0448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43,967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4.48%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07858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95301CC6-5057-49AE-2554-47DE82D3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89833"/>
              </p:ext>
            </p:extLst>
          </p:nvPr>
        </p:nvGraphicFramePr>
        <p:xfrm>
          <a:off x="366528" y="4104921"/>
          <a:ext cx="5472000" cy="1890090"/>
        </p:xfrm>
        <a:graphic>
          <a:graphicData uri="http://schemas.openxmlformats.org/drawingml/2006/table">
            <a:tbl>
              <a:tblPr/>
              <a:tblGrid>
                <a:gridCol w="920429">
                  <a:extLst>
                    <a:ext uri="{9D8B030D-6E8A-4147-A177-3AD203B41FA5}">
                      <a16:colId xmlns:a16="http://schemas.microsoft.com/office/drawing/2014/main" val="264326050"/>
                    </a:ext>
                  </a:extLst>
                </a:gridCol>
                <a:gridCol w="910314">
                  <a:extLst>
                    <a:ext uri="{9D8B030D-6E8A-4147-A177-3AD203B41FA5}">
                      <a16:colId xmlns:a16="http://schemas.microsoft.com/office/drawing/2014/main" val="113393842"/>
                    </a:ext>
                  </a:extLst>
                </a:gridCol>
                <a:gridCol w="333782">
                  <a:extLst>
                    <a:ext uri="{9D8B030D-6E8A-4147-A177-3AD203B41FA5}">
                      <a16:colId xmlns:a16="http://schemas.microsoft.com/office/drawing/2014/main" val="1781662435"/>
                    </a:ext>
                  </a:extLst>
                </a:gridCol>
                <a:gridCol w="960887">
                  <a:extLst>
                    <a:ext uri="{9D8B030D-6E8A-4147-A177-3AD203B41FA5}">
                      <a16:colId xmlns:a16="http://schemas.microsoft.com/office/drawing/2014/main" val="1391292826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3771989315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3208699620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2452226992"/>
                    </a:ext>
                  </a:extLst>
                </a:gridCol>
                <a:gridCol w="586647">
                  <a:extLst>
                    <a:ext uri="{9D8B030D-6E8A-4147-A177-3AD203B41FA5}">
                      <a16:colId xmlns:a16="http://schemas.microsoft.com/office/drawing/2014/main" val="1709147064"/>
                    </a:ext>
                  </a:extLst>
                </a:gridCol>
              </a:tblGrid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이크레더블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0.4041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15,301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3.24%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46879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제노레이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0.0799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38,982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-5.88%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892742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삼진제약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0.0723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46,352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-1.25%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272474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스카이라이프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0.2519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42,753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-6.15%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100163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경농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0.0712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0.0424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19,911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3.57%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630721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텔레콤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0.1480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822,866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38397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이노션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0.0970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161,533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66193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애드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0.1177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0.0450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24,703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-1.01%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588378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LG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유플러스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0.1974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0.0460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1,007,320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-2.25%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192803"/>
                  </a:ext>
                </a:extLst>
              </a:tr>
              <a:tr h="189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2025-11-30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2025-12-31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제일기획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0.1536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0.0465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345,154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-1.87%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12778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1D083F2D-3013-E26B-D3CA-5A0FD8D2B208}"/>
              </a:ext>
            </a:extLst>
          </p:cNvPr>
          <p:cNvSpPr/>
          <p:nvPr/>
        </p:nvSpPr>
        <p:spPr>
          <a:xfrm>
            <a:off x="6359057" y="3507353"/>
            <a:ext cx="5471999" cy="32052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2550"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3000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125012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09157CA-F06D-2149-C4E8-65CCBDCA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">
            <a:extLst>
              <a:ext uri="{FF2B5EF4-FFF2-40B4-BE49-F238E27FC236}">
                <a16:creationId xmlns:a16="http://schemas.microsoft.com/office/drawing/2014/main" id="{29B40168-F7DE-D215-99B0-AF75C4F25E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11" name="Google Shape;311;p14">
            <a:extLst>
              <a:ext uri="{FF2B5EF4-FFF2-40B4-BE49-F238E27FC236}">
                <a16:creationId xmlns:a16="http://schemas.microsoft.com/office/drawing/2014/main" id="{5E1E8B11-6386-A931-B47C-1E4FB4CD4CB9}"/>
              </a:ext>
            </a:extLst>
          </p:cNvPr>
          <p:cNvSpPr txBox="1"/>
          <p:nvPr/>
        </p:nvSpPr>
        <p:spPr>
          <a:xfrm>
            <a:off x="334963" y="0"/>
            <a:ext cx="2484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04. Conclusion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2" name="Google Shape;312;p14">
            <a:extLst>
              <a:ext uri="{FF2B5EF4-FFF2-40B4-BE49-F238E27FC236}">
                <a16:creationId xmlns:a16="http://schemas.microsoft.com/office/drawing/2014/main" id="{2D482AA1-14EF-2740-BB22-1D4E48D62AC7}"/>
              </a:ext>
            </a:extLst>
          </p:cNvPr>
          <p:cNvSpPr txBox="1"/>
          <p:nvPr/>
        </p:nvSpPr>
        <p:spPr>
          <a:xfrm>
            <a:off x="512892" y="310575"/>
            <a:ext cx="388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982A2F"/>
                </a:solidFill>
                <a:latin typeface="Noto Sans KR"/>
                <a:ea typeface="Noto Sans KR"/>
                <a:cs typeface="Noto Sans KR"/>
                <a:sym typeface="Noto Sans KR"/>
              </a:rPr>
              <a:t>Conclusion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p14">
            <a:extLst>
              <a:ext uri="{FF2B5EF4-FFF2-40B4-BE49-F238E27FC236}">
                <a16:creationId xmlns:a16="http://schemas.microsoft.com/office/drawing/2014/main" id="{1AEBC535-4BF5-36C8-537D-6D6A06A808BA}"/>
              </a:ext>
            </a:extLst>
          </p:cNvPr>
          <p:cNvSpPr/>
          <p:nvPr/>
        </p:nvSpPr>
        <p:spPr>
          <a:xfrm>
            <a:off x="360000" y="317813"/>
            <a:ext cx="103187" cy="574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3F541FF-8B99-9F2F-01C4-DFD5882A4894}"/>
              </a:ext>
            </a:extLst>
          </p:cNvPr>
          <p:cNvGrpSpPr/>
          <p:nvPr/>
        </p:nvGrpSpPr>
        <p:grpSpPr>
          <a:xfrm>
            <a:off x="918866" y="1642526"/>
            <a:ext cx="10354269" cy="4352181"/>
            <a:chOff x="961432" y="1642526"/>
            <a:chExt cx="10354269" cy="4352181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C079491-4CE7-2730-FBA1-94972E24C33E}"/>
                </a:ext>
              </a:extLst>
            </p:cNvPr>
            <p:cNvGrpSpPr/>
            <p:nvPr/>
          </p:nvGrpSpPr>
          <p:grpSpPr>
            <a:xfrm>
              <a:off x="961432" y="1642526"/>
              <a:ext cx="10354269" cy="1330036"/>
              <a:chOff x="699929" y="1497054"/>
              <a:chExt cx="10166320" cy="133003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E291D899-A278-EA1F-D8CC-D5C8E1127B07}"/>
                  </a:ext>
                </a:extLst>
              </p:cNvPr>
              <p:cNvSpPr/>
              <p:nvPr/>
            </p:nvSpPr>
            <p:spPr>
              <a:xfrm>
                <a:off x="1690253" y="1497054"/>
                <a:ext cx="3491345" cy="13300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982A2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32000">
                  <a:lnSpc>
                    <a:spcPct val="150000"/>
                  </a:lnSpc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5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분위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Heatmap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분석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→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팩터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일관성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324000">
                  <a:lnSpc>
                    <a:spcPct val="150000"/>
                  </a:lnSpc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4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Factor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통제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OLS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→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유의미한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Alpha</a:t>
                </a:r>
              </a:p>
            </p:txBody>
          </p:sp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D83979EC-2FB5-1CD4-4F48-79CE229FC019}"/>
                  </a:ext>
                </a:extLst>
              </p:cNvPr>
              <p:cNvSpPr/>
              <p:nvPr/>
            </p:nvSpPr>
            <p:spPr>
              <a:xfrm>
                <a:off x="699929" y="1532072"/>
                <a:ext cx="1260000" cy="1260000"/>
              </a:xfrm>
              <a:prstGeom prst="ellipse">
                <a:avLst/>
              </a:prstGeom>
              <a:solidFill>
                <a:srgbClr val="EBB5B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accent2"/>
                    </a:solidFill>
                  </a:rPr>
                  <a:t>단일 </a:t>
                </a:r>
                <a:r>
                  <a:rPr lang="ko-KR" altLang="en-US" sz="1600" b="1" dirty="0" err="1">
                    <a:solidFill>
                      <a:schemeClr val="accent2"/>
                    </a:solidFill>
                  </a:rPr>
                  <a:t>팩터</a:t>
                </a:r>
                <a:r>
                  <a:rPr lang="ko-KR" altLang="en-US" sz="1600" b="1" dirty="0">
                    <a:solidFill>
                      <a:schemeClr val="accent2"/>
                    </a:solidFill>
                  </a:rPr>
                  <a:t> 검증</a:t>
                </a:r>
                <a:endParaRPr lang="en-US" sz="16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A05B6C15-DBAA-7C3A-8060-E88830C5C6B3}"/>
                  </a:ext>
                </a:extLst>
              </p:cNvPr>
              <p:cNvSpPr/>
              <p:nvPr/>
            </p:nvSpPr>
            <p:spPr>
              <a:xfrm>
                <a:off x="5299365" y="1497054"/>
                <a:ext cx="5566884" cy="1330036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32000" lvl="2" indent="-285750"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solidFill>
                      <a:schemeClr val="tx1"/>
                    </a:solidFill>
                    <a:latin typeface="+mj-ea"/>
                  </a:rPr>
                  <a:t>5</a:t>
                </a:r>
                <a:r>
                  <a:rPr lang="ko-KR" altLang="en-US" dirty="0">
                    <a:solidFill>
                      <a:schemeClr val="tx1"/>
                    </a:solidFill>
                    <a:latin typeface="+mj-ea"/>
                  </a:rPr>
                  <a:t>분위 그래프와 </a:t>
                </a:r>
                <a:r>
                  <a:rPr lang="en-US" altLang="ko-KR" dirty="0">
                    <a:solidFill>
                      <a:schemeClr val="tx1"/>
                    </a:solidFill>
                    <a:latin typeface="+mj-ea"/>
                  </a:rPr>
                  <a:t>5x5</a:t>
                </a:r>
                <a:r>
                  <a:rPr lang="ko-KR" altLang="en-US" dirty="0">
                    <a:solidFill>
                      <a:schemeClr val="tx1"/>
                    </a:solidFill>
                    <a:latin typeface="+mj-ea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+mj-ea"/>
                  </a:rPr>
                  <a:t>Heatmap</a:t>
                </a:r>
                <a:r>
                  <a:rPr lang="ko-KR" altLang="en-US" dirty="0">
                    <a:solidFill>
                      <a:schemeClr val="tx1"/>
                    </a:solidFill>
                    <a:latin typeface="+mj-ea"/>
                  </a:rPr>
                  <a:t>을 통해 단일 팩터들의 </a:t>
                </a:r>
                <a:r>
                  <a:rPr lang="ko-KR" altLang="en-US" b="1" dirty="0">
                    <a:solidFill>
                      <a:srgbClr val="C00000"/>
                    </a:solidFill>
                    <a:latin typeface="+mj-ea"/>
                  </a:rPr>
                  <a:t>일관성</a:t>
                </a:r>
                <a:r>
                  <a:rPr lang="ko-KR" altLang="en-US" dirty="0">
                    <a:solidFill>
                      <a:schemeClr val="tx1"/>
                    </a:solidFill>
                    <a:latin typeface="+mj-ea"/>
                  </a:rPr>
                  <a:t> 확인</a:t>
                </a:r>
                <a:endParaRPr lang="en-US" altLang="ko-KR" strike="sngStrike" dirty="0">
                  <a:solidFill>
                    <a:schemeClr val="tx1"/>
                  </a:solidFill>
                  <a:latin typeface="+mj-ea"/>
                </a:endParaRPr>
              </a:p>
              <a:p>
                <a:pPr marL="432000" lvl="2" indent="-285750"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solidFill>
                      <a:schemeClr val="tx1"/>
                    </a:solidFill>
                    <a:latin typeface="+mj-ea"/>
                  </a:rPr>
                  <a:t>OLS</a:t>
                </a:r>
                <a:r>
                  <a:rPr lang="ko-KR" altLang="en-US" dirty="0">
                    <a:solidFill>
                      <a:schemeClr val="tx1"/>
                    </a:solidFill>
                    <a:latin typeface="+mj-ea"/>
                  </a:rPr>
                  <a:t> 분석을 통해 </a:t>
                </a:r>
                <a:r>
                  <a:rPr lang="ko-KR" altLang="en-US" b="1" dirty="0">
                    <a:solidFill>
                      <a:srgbClr val="C00000"/>
                    </a:solidFill>
                    <a:latin typeface="+mj-ea"/>
                  </a:rPr>
                  <a:t>계량적 알파</a:t>
                </a:r>
                <a:r>
                  <a:rPr lang="ko-KR" altLang="en-US" b="1" dirty="0">
                    <a:solidFill>
                      <a:schemeClr val="tx1"/>
                    </a:solidFill>
                    <a:latin typeface="+mj-ea"/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  <a:latin typeface="+mj-ea"/>
                  </a:rPr>
                  <a:t>검증</a:t>
                </a:r>
                <a:endParaRPr lang="en-US" altLang="ko-KR" dirty="0">
                  <a:solidFill>
                    <a:schemeClr val="tx1"/>
                  </a:solidFill>
                  <a:latin typeface="+mj-ea"/>
                </a:endParaRPr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A9E0059-E02B-77D6-0D56-EB5E301A6CF7}"/>
                </a:ext>
              </a:extLst>
            </p:cNvPr>
            <p:cNvSpPr/>
            <p:nvPr/>
          </p:nvSpPr>
          <p:spPr>
            <a:xfrm>
              <a:off x="1970065" y="3153599"/>
              <a:ext cx="3555891" cy="133003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982A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b="1" dirty="0">
                  <a:solidFill>
                    <a:schemeClr val="tx1"/>
                  </a:solidFill>
                </a:rPr>
                <a:t>Quality + Mispricing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= </a:t>
              </a:r>
              <a:r>
                <a:rPr lang="en-US" sz="1600" b="1" dirty="0">
                  <a:solidFill>
                    <a:srgbClr val="C00000"/>
                  </a:solidFill>
                </a:rPr>
                <a:t>Alpha</a:t>
              </a: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2A20421D-CC2D-C0BF-52B8-8AA12E5C3EEC}"/>
                </a:ext>
              </a:extLst>
            </p:cNvPr>
            <p:cNvSpPr/>
            <p:nvPr/>
          </p:nvSpPr>
          <p:spPr>
            <a:xfrm>
              <a:off x="961432" y="3188617"/>
              <a:ext cx="1283294" cy="1260000"/>
            </a:xfrm>
            <a:prstGeom prst="ellipse">
              <a:avLst/>
            </a:prstGeom>
            <a:solidFill>
              <a:srgbClr val="EBB5B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accent2"/>
                  </a:solidFill>
                </a:rPr>
                <a:t>GP</a:t>
              </a:r>
            </a:p>
            <a:p>
              <a:pPr algn="ctr"/>
              <a:r>
                <a:rPr lang="en-US" altLang="ko-KR" sz="1600" b="1" dirty="0">
                  <a:solidFill>
                    <a:schemeClr val="accent2"/>
                  </a:solidFill>
                </a:rPr>
                <a:t>&amp;</a:t>
              </a:r>
            </a:p>
            <a:p>
              <a:pPr algn="ctr"/>
              <a:r>
                <a:rPr lang="en-US" altLang="ko-KR" sz="1600" b="1" dirty="0">
                  <a:solidFill>
                    <a:schemeClr val="accent2"/>
                  </a:solidFill>
                </a:rPr>
                <a:t>IVOL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6E7CFDD-A621-B1FE-5451-93928BC63ACD}"/>
                </a:ext>
              </a:extLst>
            </p:cNvPr>
            <p:cNvSpPr/>
            <p:nvPr/>
          </p:nvSpPr>
          <p:spPr>
            <a:xfrm>
              <a:off x="5645900" y="3153599"/>
              <a:ext cx="5669801" cy="1330036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32000" lvl="2" indent="-285750">
                <a:buFont typeface="Wingdings" panose="05000000000000000000" pitchFamily="2" charset="2"/>
                <a:buChar char="ü"/>
              </a:pPr>
              <a:r>
                <a:rPr lang="ko-KR" altLang="en-US" dirty="0">
                  <a:solidFill>
                    <a:schemeClr val="tx1"/>
                  </a:solidFill>
                  <a:latin typeface="+mj-ea"/>
                </a:rPr>
                <a:t>투자 비용</a:t>
              </a:r>
              <a:r>
                <a:rPr lang="en-US" altLang="ko-KR" dirty="0">
                  <a:solidFill>
                    <a:schemeClr val="tx1"/>
                  </a:solidFill>
                  <a:latin typeface="+mj-ea"/>
                </a:rPr>
                <a:t>(SG&amp;A)</a:t>
              </a:r>
              <a:r>
                <a:rPr lang="ko-KR" altLang="en-US" dirty="0">
                  <a:solidFill>
                    <a:schemeClr val="tx1"/>
                  </a:solidFill>
                  <a:latin typeface="+mj-ea"/>
                </a:rPr>
                <a:t>를 포함하는 </a:t>
              </a:r>
              <a:r>
                <a:rPr lang="en-US" altLang="ko-KR" dirty="0">
                  <a:solidFill>
                    <a:schemeClr val="tx1"/>
                  </a:solidFill>
                  <a:latin typeface="+mj-ea"/>
                </a:rPr>
                <a:t>GP</a:t>
              </a:r>
              <a:r>
                <a:rPr lang="ko-KR" altLang="en-US" dirty="0">
                  <a:solidFill>
                    <a:schemeClr val="tx1"/>
                  </a:solidFill>
                  <a:latin typeface="+mj-ea"/>
                </a:rPr>
                <a:t>로 </a:t>
              </a:r>
              <a:r>
                <a:rPr lang="ko-KR" altLang="en-US" b="1" dirty="0" err="1">
                  <a:solidFill>
                    <a:srgbClr val="C00000"/>
                  </a:solidFill>
                  <a:latin typeface="+mj-ea"/>
                </a:rPr>
                <a:t>가치주</a:t>
              </a:r>
              <a:r>
                <a:rPr lang="ko-KR" altLang="en-US" dirty="0">
                  <a:solidFill>
                    <a:schemeClr val="tx1"/>
                  </a:solidFill>
                  <a:latin typeface="+mj-ea"/>
                </a:rPr>
                <a:t> 포착</a:t>
              </a:r>
              <a:endParaRPr lang="en-US" altLang="ko-KR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marL="432000" lvl="2" indent="-285750">
                <a:buFont typeface="Wingdings" panose="05000000000000000000" pitchFamily="2" charset="2"/>
                <a:buChar char="ü"/>
              </a:pPr>
              <a:r>
                <a:rPr lang="ko-KR" altLang="en-US" dirty="0">
                  <a:solidFill>
                    <a:schemeClr val="tx1"/>
                  </a:solidFill>
                  <a:latin typeface="+mj-ea"/>
                  <a:ea typeface="+mj-ea"/>
                </a:rPr>
                <a:t>상대적으로 </a:t>
              </a:r>
              <a:r>
                <a:rPr lang="ko-KR" altLang="en-US" b="1" dirty="0">
                  <a:solidFill>
                    <a:srgbClr val="C00000"/>
                  </a:solidFill>
                  <a:latin typeface="+mj-ea"/>
                  <a:ea typeface="+mj-ea"/>
                </a:rPr>
                <a:t>저평가</a:t>
              </a:r>
              <a:r>
                <a:rPr lang="ko-KR" altLang="en-US" dirty="0">
                  <a:solidFill>
                    <a:schemeClr val="tx1"/>
                  </a:solidFill>
                  <a:latin typeface="+mj-ea"/>
                  <a:ea typeface="+mj-ea"/>
                </a:rPr>
                <a:t>된 종목을 </a:t>
              </a:r>
              <a:r>
                <a:rPr lang="en-US" altLang="ko-KR" dirty="0">
                  <a:solidFill>
                    <a:schemeClr val="tx1"/>
                  </a:solidFill>
                  <a:latin typeface="+mj-ea"/>
                  <a:ea typeface="+mj-ea"/>
                </a:rPr>
                <a:t>IVOL</a:t>
              </a:r>
              <a:r>
                <a:rPr lang="ko-KR" altLang="en-US" dirty="0">
                  <a:solidFill>
                    <a:schemeClr val="tx1"/>
                  </a:solidFill>
                  <a:latin typeface="+mj-ea"/>
                  <a:ea typeface="+mj-ea"/>
                </a:rPr>
                <a:t>로 포착</a:t>
              </a:r>
              <a:endParaRPr lang="en-US" altLang="ko-KR" b="1" dirty="0">
                <a:solidFill>
                  <a:srgbClr val="C00000"/>
                </a:solidFill>
                <a:latin typeface="+mj-ea"/>
                <a:ea typeface="+mj-ea"/>
              </a:endParaRPr>
            </a:p>
            <a:p>
              <a:pPr marL="432000" lvl="2" indent="-285750">
                <a:buFont typeface="Wingdings" panose="05000000000000000000" pitchFamily="2" charset="2"/>
                <a:buChar char="ü"/>
              </a:pPr>
              <a:r>
                <a:rPr lang="ko-KR" altLang="en-US" b="1" dirty="0">
                  <a:solidFill>
                    <a:srgbClr val="C00000"/>
                  </a:solidFill>
                  <a:latin typeface="+mj-ea"/>
                </a:rPr>
                <a:t>서로 다른 방향의 </a:t>
              </a:r>
              <a:r>
                <a:rPr lang="ko-KR" altLang="en-US" b="1" dirty="0" err="1">
                  <a:solidFill>
                    <a:srgbClr val="C00000"/>
                  </a:solidFill>
                  <a:latin typeface="+mj-ea"/>
                </a:rPr>
                <a:t>팩터</a:t>
              </a:r>
              <a:r>
                <a:rPr lang="ko-KR" altLang="en-US" dirty="0" err="1">
                  <a:solidFill>
                    <a:schemeClr val="tx1"/>
                  </a:solidFill>
                  <a:latin typeface="+mj-ea"/>
                </a:rPr>
                <a:t>를</a:t>
              </a:r>
              <a:r>
                <a:rPr lang="ko-KR" altLang="en-US" b="1" dirty="0">
                  <a:solidFill>
                    <a:schemeClr val="tx1"/>
                  </a:solidFill>
                  <a:latin typeface="+mj-ea"/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  <a:latin typeface="+mj-ea"/>
                </a:rPr>
                <a:t>결합하여 </a:t>
              </a:r>
              <a:r>
                <a:rPr lang="ko-KR" altLang="en-US" b="1" dirty="0">
                  <a:solidFill>
                    <a:schemeClr val="tx1"/>
                  </a:solidFill>
                  <a:latin typeface="+mj-ea"/>
                </a:rPr>
                <a:t>단일 </a:t>
              </a:r>
              <a:r>
                <a:rPr lang="ko-KR" altLang="en-US" b="1" dirty="0" err="1">
                  <a:solidFill>
                    <a:schemeClr val="tx1"/>
                  </a:solidFill>
                  <a:latin typeface="+mj-ea"/>
                </a:rPr>
                <a:t>팩터</a:t>
              </a:r>
              <a:r>
                <a:rPr lang="ko-KR" altLang="en-US" b="1" dirty="0">
                  <a:solidFill>
                    <a:schemeClr val="tx1"/>
                  </a:solidFill>
                  <a:latin typeface="+mj-ea"/>
                </a:rPr>
                <a:t> 대비 개선된 포트폴리오 구축</a:t>
              </a:r>
              <a:endParaRPr lang="en-US" altLang="ko-KR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E518CC5-ECBE-6288-3D10-E67C12D1CF72}"/>
                </a:ext>
              </a:extLst>
            </p:cNvPr>
            <p:cNvSpPr/>
            <p:nvPr/>
          </p:nvSpPr>
          <p:spPr>
            <a:xfrm>
              <a:off x="1970065" y="4664671"/>
              <a:ext cx="3555891" cy="133003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982A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24000">
                <a:lnSpc>
                  <a:spcPct val="150000"/>
                </a:lnSpc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월 평균 </a:t>
              </a:r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Turnover: </a:t>
              </a:r>
              <a:r>
                <a:rPr lang="en-US" altLang="ko-KR" b="1" dirty="0">
                  <a:solidFill>
                    <a:schemeClr val="tx1"/>
                  </a:solidFill>
                  <a:latin typeface="+mn-ea"/>
                </a:rPr>
                <a:t>18.97%</a:t>
              </a:r>
            </a:p>
            <a:p>
              <a:pPr marL="324000">
                <a:lnSpc>
                  <a:spcPct val="150000"/>
                </a:lnSpc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분기말 제외 월 평균 </a:t>
              </a:r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Turnover : </a:t>
              </a:r>
              <a:r>
                <a:rPr lang="en-US" altLang="ko-KR" b="1" dirty="0">
                  <a:solidFill>
                    <a:srgbClr val="C00000"/>
                  </a:solidFill>
                  <a:latin typeface="+mn-ea"/>
                </a:rPr>
                <a:t>12.17%</a:t>
              </a: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0735990-98DC-4EA6-1938-71E532F4126C}"/>
                </a:ext>
              </a:extLst>
            </p:cNvPr>
            <p:cNvSpPr/>
            <p:nvPr/>
          </p:nvSpPr>
          <p:spPr>
            <a:xfrm>
              <a:off x="961432" y="4699689"/>
              <a:ext cx="1283294" cy="1260000"/>
            </a:xfrm>
            <a:prstGeom prst="ellipse">
              <a:avLst/>
            </a:prstGeom>
            <a:solidFill>
              <a:srgbClr val="EBB5B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982A2F"/>
                  </a:solidFill>
                </a:rPr>
                <a:t>Robust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279BA96-F234-BAFC-50DC-E1D32B9DDAF4}"/>
                </a:ext>
              </a:extLst>
            </p:cNvPr>
            <p:cNvSpPr/>
            <p:nvPr/>
          </p:nvSpPr>
          <p:spPr>
            <a:xfrm>
              <a:off x="5631788" y="4664671"/>
              <a:ext cx="5683913" cy="1330036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32000" indent="-285750" algn="just">
                <a:buFont typeface="Wingdings" panose="05000000000000000000" pitchFamily="2" charset="2"/>
                <a:buChar char="ü"/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유동성을 반영한 거래비용을 적용하여</a:t>
              </a:r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실제 운용가능성 검증 </a:t>
              </a:r>
              <a:endParaRPr lang="en-US" altLang="ko-KR" dirty="0">
                <a:solidFill>
                  <a:schemeClr val="tx1"/>
                </a:solidFill>
                <a:latin typeface="+mn-ea"/>
              </a:endParaRPr>
            </a:p>
            <a:p>
              <a:pPr marL="432000" indent="-285750" algn="just">
                <a:buFont typeface="Wingdings" panose="05000000000000000000" pitchFamily="2" charset="2"/>
                <a:buChar char="ü"/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낮은 월 평균 </a:t>
              </a:r>
              <a:r>
                <a:rPr lang="en-US" altLang="ko-KR" b="1" dirty="0">
                  <a:solidFill>
                    <a:schemeClr val="tx1"/>
                  </a:solidFill>
                  <a:latin typeface="+mn-ea"/>
                </a:rPr>
                <a:t>Turnover</a:t>
              </a: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로 안정적인 포트폴리오 구성</a:t>
              </a:r>
              <a:endParaRPr lang="ko-KR" altLang="en-US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3486BC2-3005-56B4-D93C-2D3AD79540EC}"/>
              </a:ext>
            </a:extLst>
          </p:cNvPr>
          <p:cNvSpPr txBox="1"/>
          <p:nvPr/>
        </p:nvSpPr>
        <p:spPr>
          <a:xfrm>
            <a:off x="2461043" y="929553"/>
            <a:ext cx="72699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단일 </a:t>
            </a:r>
            <a:r>
              <a:rPr lang="ko-KR" altLang="en-US" sz="2400" b="1" dirty="0" err="1">
                <a:solidFill>
                  <a:schemeClr val="tx1"/>
                </a:solidFill>
                <a:latin typeface="+mj-ea"/>
                <a:ea typeface="+mj-ea"/>
              </a:rPr>
              <a:t>팩터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 대비 개선된 성과의 </a:t>
            </a:r>
            <a:r>
              <a:rPr lang="en-US" altLang="ko-KR" sz="2400" b="1" dirty="0">
                <a:solidFill>
                  <a:schemeClr val="accent2"/>
                </a:solidFill>
                <a:latin typeface="+mj-ea"/>
                <a:ea typeface="+mj-ea"/>
              </a:rPr>
              <a:t>GP &amp; IVOL 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결합 전략</a:t>
            </a:r>
            <a:r>
              <a:rPr lang="en-US" altLang="ko-KR" sz="2400" b="1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  <a:endParaRPr 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43900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F788C-C264-BFBF-9568-C356A7832A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44DFDB1-5236-E4DE-3128-8C4E0504FF3D}"/>
              </a:ext>
            </a:extLst>
          </p:cNvPr>
          <p:cNvGrpSpPr/>
          <p:nvPr/>
        </p:nvGrpSpPr>
        <p:grpSpPr>
          <a:xfrm>
            <a:off x="360000" y="571445"/>
            <a:ext cx="11486561" cy="311948"/>
            <a:chOff x="360000" y="210786"/>
            <a:chExt cx="7610686" cy="31194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80DB0F2-78D7-FACD-7405-E4AE55181998}"/>
                </a:ext>
              </a:extLst>
            </p:cNvPr>
            <p:cNvSpPr/>
            <p:nvPr/>
          </p:nvSpPr>
          <p:spPr>
            <a:xfrm>
              <a:off x="360000" y="210786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982A2F"/>
                  </a:solidFill>
                </a:rPr>
                <a:t>Academic</a:t>
              </a:r>
              <a:r>
                <a:rPr lang="ko-KR" altLang="en-US" sz="1400" b="1" dirty="0">
                  <a:solidFill>
                    <a:srgbClr val="982A2F"/>
                  </a:solidFill>
                </a:rPr>
                <a:t> </a:t>
              </a:r>
              <a:r>
                <a:rPr lang="en-US" altLang="ko-KR" sz="1400" b="1" dirty="0">
                  <a:solidFill>
                    <a:srgbClr val="982A2F"/>
                  </a:solidFill>
                </a:rPr>
                <a:t>Foundation</a:t>
              </a:r>
              <a:r>
                <a:rPr lang="ko-KR" altLang="en-US" sz="1400" b="1" dirty="0">
                  <a:solidFill>
                    <a:srgbClr val="982A2F"/>
                  </a:solidFill>
                </a:rPr>
                <a:t> </a:t>
              </a:r>
              <a:r>
                <a:rPr lang="en-US" altLang="ko-KR" sz="1400" b="1" dirty="0">
                  <a:solidFill>
                    <a:srgbClr val="982A2F"/>
                  </a:solidFill>
                </a:rPr>
                <a:t>&amp;</a:t>
              </a:r>
              <a:r>
                <a:rPr lang="ko-KR" altLang="en-US" sz="1400" b="1" dirty="0">
                  <a:solidFill>
                    <a:srgbClr val="982A2F"/>
                  </a:solidFill>
                </a:rPr>
                <a:t> </a:t>
              </a:r>
              <a:r>
                <a:rPr lang="en-US" altLang="ko-KR" sz="1400" b="1" dirty="0">
                  <a:solidFill>
                    <a:srgbClr val="982A2F"/>
                  </a:solidFill>
                </a:rPr>
                <a:t>References</a:t>
              </a:r>
              <a:endParaRPr lang="ko-KR" altLang="en-US" sz="1400" b="1" dirty="0">
                <a:solidFill>
                  <a:srgbClr val="982A2F"/>
                </a:solidFill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D002CEA-9408-E3C1-D0B0-CADD7A9D648F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505987"/>
              <a:ext cx="7610686" cy="0"/>
            </a:xfrm>
            <a:prstGeom prst="line">
              <a:avLst/>
            </a:prstGeom>
            <a:ln w="666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98AC620-F0CB-1504-5965-2A4231632849}"/>
              </a:ext>
            </a:extLst>
          </p:cNvPr>
          <p:cNvSpPr txBox="1"/>
          <p:nvPr/>
        </p:nvSpPr>
        <p:spPr>
          <a:xfrm>
            <a:off x="360000" y="1035511"/>
            <a:ext cx="1149703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  <a:ea typeface="+mn-ea"/>
              </a:rPr>
              <a:t>Asness</a:t>
            </a:r>
            <a:r>
              <a:rPr lang="en-US" altLang="ko-KR" sz="1200" dirty="0">
                <a:latin typeface="+mn-ea"/>
                <a:ea typeface="+mn-ea"/>
              </a:rPr>
              <a:t>, C.S., Porter, R.B., Stevens, R. (2000). </a:t>
            </a:r>
            <a:r>
              <a:rPr lang="en-US" altLang="ko-KR" sz="1200" i="1" dirty="0">
                <a:latin typeface="+mn-ea"/>
                <a:ea typeface="+mn-ea"/>
              </a:rPr>
              <a:t>“Predicting stock returns using industry-relative firm characteristics.”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Berk, J.B. (1995). </a:t>
            </a:r>
            <a:r>
              <a:rPr lang="en-US" altLang="ko-KR" sz="1200" i="1" dirty="0">
                <a:latin typeface="+mn-ea"/>
                <a:ea typeface="+mn-ea"/>
              </a:rPr>
              <a:t>“A critique of size-related anomalies.”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Campbell, J.Y., Hilscher, J., Szilagyi, J. (2008). </a:t>
            </a:r>
            <a:r>
              <a:rPr lang="en-US" altLang="ko-KR" sz="1200" i="1" dirty="0">
                <a:latin typeface="+mn-ea"/>
                <a:ea typeface="+mn-ea"/>
              </a:rPr>
              <a:t>“In search of distress risk.”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Carlson, M., Fisher, A., Giammarino, R. (2004). </a:t>
            </a:r>
            <a:r>
              <a:rPr lang="en-US" altLang="ko-KR" sz="1200" i="1" dirty="0">
                <a:latin typeface="+mn-ea"/>
                <a:ea typeface="+mn-ea"/>
              </a:rPr>
              <a:t>“Corporate investment and asset pricing dynamics: implications for the cross section of returns.”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Chan, K., Chan, L.K.C., Jegadeesh, N., </a:t>
            </a:r>
            <a:r>
              <a:rPr lang="en-US" altLang="ko-KR" sz="1200" dirty="0" err="1">
                <a:latin typeface="+mn-ea"/>
                <a:ea typeface="+mn-ea"/>
              </a:rPr>
              <a:t>Lakonishok</a:t>
            </a:r>
            <a:r>
              <a:rPr lang="en-US" altLang="ko-KR" sz="1200" dirty="0">
                <a:latin typeface="+mn-ea"/>
                <a:ea typeface="+mn-ea"/>
              </a:rPr>
              <a:t>, J. (2006). </a:t>
            </a:r>
            <a:r>
              <a:rPr lang="en-US" altLang="ko-KR" sz="1200" i="1" dirty="0">
                <a:latin typeface="+mn-ea"/>
                <a:ea typeface="+mn-ea"/>
              </a:rPr>
              <a:t>“Earnings quality and stock returns.”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Chan, L.K.C., </a:t>
            </a:r>
            <a:r>
              <a:rPr lang="en-US" altLang="ko-KR" sz="1200" dirty="0" err="1">
                <a:latin typeface="+mn-ea"/>
                <a:ea typeface="+mn-ea"/>
              </a:rPr>
              <a:t>Lakonishok</a:t>
            </a:r>
            <a:r>
              <a:rPr lang="en-US" altLang="ko-KR" sz="1200" dirty="0">
                <a:latin typeface="+mn-ea"/>
                <a:ea typeface="+mn-ea"/>
              </a:rPr>
              <a:t>, J., </a:t>
            </a:r>
            <a:r>
              <a:rPr lang="en-US" altLang="ko-KR" sz="1200" dirty="0" err="1">
                <a:latin typeface="+mn-ea"/>
                <a:ea typeface="+mn-ea"/>
              </a:rPr>
              <a:t>Sougiannis</a:t>
            </a:r>
            <a:r>
              <a:rPr lang="en-US" altLang="ko-KR" sz="1200" dirty="0">
                <a:latin typeface="+mn-ea"/>
                <a:ea typeface="+mn-ea"/>
              </a:rPr>
              <a:t>, T. (2001). </a:t>
            </a:r>
            <a:r>
              <a:rPr lang="en-US" altLang="ko-KR" sz="1200" i="1" dirty="0">
                <a:latin typeface="+mn-ea"/>
                <a:ea typeface="+mn-ea"/>
              </a:rPr>
              <a:t>“The stock market valuation of research and development expenditures.”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Chen, L., Novy-Marx, R., Zhang, L. (2010). </a:t>
            </a:r>
            <a:r>
              <a:rPr lang="en-US" altLang="ko-KR" sz="1200" i="1" dirty="0">
                <a:latin typeface="+mn-ea"/>
                <a:ea typeface="+mn-ea"/>
              </a:rPr>
              <a:t>“An alternative three-factor model.”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Cohen, R.B., Polk, C.K. (1998). </a:t>
            </a:r>
            <a:r>
              <a:rPr lang="en-US" altLang="ko-KR" sz="1200" i="1" dirty="0">
                <a:latin typeface="+mn-ea"/>
                <a:ea typeface="+mn-ea"/>
              </a:rPr>
              <a:t>“The impact of industry factors in asset pricing tests.”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Eisfeldt, A.L., Papanikolaou, D. (2011). </a:t>
            </a:r>
            <a:r>
              <a:rPr lang="en-US" altLang="ko-KR" sz="1200" i="1" dirty="0">
                <a:latin typeface="+mn-ea"/>
                <a:ea typeface="+mn-ea"/>
              </a:rPr>
              <a:t>“Organization capital and the cross section of expected returns.”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Fama, E.F., French, K.R. (1997). </a:t>
            </a:r>
            <a:r>
              <a:rPr lang="en-US" altLang="ko-KR" sz="1200" i="1" dirty="0">
                <a:latin typeface="+mn-ea"/>
                <a:ea typeface="+mn-ea"/>
              </a:rPr>
              <a:t>“Industry costs of equity.”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Fama, E.F., French, K.R. (2006). </a:t>
            </a:r>
            <a:r>
              <a:rPr lang="en-US" altLang="ko-KR" sz="1200" i="1" dirty="0">
                <a:latin typeface="+mn-ea"/>
                <a:ea typeface="+mn-ea"/>
              </a:rPr>
              <a:t>“Profitability, investment and average returns.”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Fama, E.F., French, K.R. (2008). </a:t>
            </a:r>
            <a:r>
              <a:rPr lang="en-US" altLang="ko-KR" sz="1200" i="1" dirty="0">
                <a:latin typeface="+mn-ea"/>
                <a:ea typeface="+mn-ea"/>
              </a:rPr>
              <a:t>“Dissecting anomalies.”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Alizadeh, S., Brandt, M., Diebold, F.X. (2002). </a:t>
            </a:r>
            <a:r>
              <a:rPr lang="en-US" altLang="ko-KR" sz="1200" i="1" dirty="0">
                <a:latin typeface="+mn-ea"/>
              </a:rPr>
              <a:t>“Range-based estimation of stochastic volatility models.”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Andersen, T.G., Bollerslev, T., Diebold, F.X. (2003). </a:t>
            </a:r>
            <a:r>
              <a:rPr lang="en-US" altLang="ko-KR" sz="1200" i="1" dirty="0">
                <a:latin typeface="+mn-ea"/>
              </a:rPr>
              <a:t>“Some like it smooth, and some like it rough: Untangling continuous and jump components in measuring, modeling, and forecasting asset return volatility.”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Bakshi, G., Cao, C., Chen, Z. (2000). </a:t>
            </a:r>
            <a:r>
              <a:rPr lang="en-US" altLang="ko-KR" sz="1200" i="1" dirty="0">
                <a:latin typeface="+mn-ea"/>
              </a:rPr>
              <a:t>“Do call prices and the underlying stock always move in the same direction?”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Bakshi, G., Kapadia, N. (2003). </a:t>
            </a:r>
            <a:r>
              <a:rPr lang="en-US" altLang="ko-KR" sz="1200" i="1" dirty="0">
                <a:latin typeface="+mn-ea"/>
              </a:rPr>
              <a:t>“Delta-hedged gains and the negative market volatility risk premium.”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Bali, T.G., </a:t>
            </a:r>
            <a:r>
              <a:rPr lang="en-US" altLang="ko-KR" sz="1200" dirty="0" err="1">
                <a:latin typeface="+mn-ea"/>
              </a:rPr>
              <a:t>Cakici</a:t>
            </a:r>
            <a:r>
              <a:rPr lang="en-US" altLang="ko-KR" sz="1200" dirty="0">
                <a:latin typeface="+mn-ea"/>
              </a:rPr>
              <a:t>, N., Yan, X., Zhang, Z. (2004)</a:t>
            </a:r>
            <a:r>
              <a:rPr lang="en-US" altLang="ko-KR" sz="1200" i="1" dirty="0">
                <a:latin typeface="+mn-ea"/>
              </a:rPr>
              <a:t>. “Does idiosyncratic risk really matter?”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Barberis, N., Huang, M. (2001). </a:t>
            </a:r>
            <a:r>
              <a:rPr lang="en-US" altLang="ko-KR" sz="1200" i="1" dirty="0">
                <a:latin typeface="+mn-ea"/>
              </a:rPr>
              <a:t>“Mental accounting, loss aversion, and individual stock returns.”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Bates, D. (2000). </a:t>
            </a:r>
            <a:r>
              <a:rPr lang="en-US" altLang="ko-KR" sz="1200" i="1" dirty="0">
                <a:latin typeface="+mn-ea"/>
              </a:rPr>
              <a:t>“Post-’87 crash fears in the S&amp;P500 futures option market.”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Bates, D. (2001). </a:t>
            </a:r>
            <a:r>
              <a:rPr lang="en-US" altLang="ko-KR" sz="1200" i="1" dirty="0">
                <a:latin typeface="+mn-ea"/>
              </a:rPr>
              <a:t>“The market for crash risk.”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Benzoni</a:t>
            </a:r>
            <a:r>
              <a:rPr lang="en-US" altLang="ko-KR" sz="1200" dirty="0">
                <a:latin typeface="+mn-ea"/>
              </a:rPr>
              <a:t>, L. (2002). </a:t>
            </a:r>
            <a:r>
              <a:rPr lang="en-US" altLang="ko-KR" sz="1200" i="1" dirty="0">
                <a:latin typeface="+mn-ea"/>
              </a:rPr>
              <a:t>“Pricing options under stochastic volatility: An empirical investigation.”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Black, F., Jensen, M., Scholes, M. (1972). </a:t>
            </a:r>
            <a:r>
              <a:rPr lang="en-US" altLang="ko-KR" sz="1200" i="1" dirty="0">
                <a:latin typeface="+mn-ea"/>
              </a:rPr>
              <a:t>“The capital asset pricing model: Some empirical tests.”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Breeden, D.T. (1979). </a:t>
            </a:r>
            <a:r>
              <a:rPr lang="en-US" altLang="ko-KR" sz="1200" i="1" dirty="0">
                <a:latin typeface="+mn-ea"/>
              </a:rPr>
              <a:t>“An intertemporal asset pricing model with stochastic consumption and investment opportunities.”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Breeden, D.T., Gibbons, M.R., Litzenberger, R. (1989). </a:t>
            </a:r>
            <a:r>
              <a:rPr lang="en-US" altLang="ko-KR" sz="1200" i="1" dirty="0">
                <a:latin typeface="+mn-ea"/>
              </a:rPr>
              <a:t>“Empirical tests of the consumption-oriented CAPM.”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Brown, D.P., Ferreira, M.A. (2003). </a:t>
            </a:r>
            <a:r>
              <a:rPr lang="en-US" altLang="ko-KR" sz="1200" i="1" dirty="0">
                <a:latin typeface="+mn-ea"/>
              </a:rPr>
              <a:t>“The information in the idiosyncratic volatility of small firms.”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Campbell, J.Y. (1993</a:t>
            </a:r>
            <a:r>
              <a:rPr lang="en-US" altLang="ko-KR" sz="1200" i="1" dirty="0">
                <a:latin typeface="+mn-ea"/>
              </a:rPr>
              <a:t>). “Intertemporal asset pricing without consumption data.”</a:t>
            </a:r>
          </a:p>
        </p:txBody>
      </p:sp>
    </p:spTree>
    <p:extLst>
      <p:ext uri="{BB962C8B-B14F-4D97-AF65-F5344CB8AC3E}">
        <p14:creationId xmlns:p14="http://schemas.microsoft.com/office/powerpoint/2010/main" val="1232749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Quantifi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982A2F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retendard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2516</TotalTime>
  <Words>2517</Words>
  <Application>Microsoft Office PowerPoint</Application>
  <PresentationFormat>와이드스크린</PresentationFormat>
  <Paragraphs>657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Malgun Gothic</vt:lpstr>
      <vt:lpstr>Arial</vt:lpstr>
      <vt:lpstr>Cambria Math</vt:lpstr>
      <vt:lpstr>Calibri</vt:lpstr>
      <vt:lpstr>Wingdings</vt:lpstr>
      <vt:lpstr>Pretendard</vt:lpstr>
      <vt:lpstr>Noto Sans KR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박해성</dc:creator>
  <cp:lastModifiedBy>나연 김</cp:lastModifiedBy>
  <cp:revision>93</cp:revision>
  <dcterms:created xsi:type="dcterms:W3CDTF">2026-03-24T06:46:52Z</dcterms:created>
  <dcterms:modified xsi:type="dcterms:W3CDTF">2026-05-21T13:45:21Z</dcterms:modified>
</cp:coreProperties>
</file>